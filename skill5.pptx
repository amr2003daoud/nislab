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4.xml" ContentType="application/vnd.openxmlformats-officedocument.presentationml.notes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docProps/app.xml" ContentType="application/vnd.openxmlformats-officedocument.extended-properties+xml"/>
  <Override PartName="/ppt/notesSlides/notesSlide23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20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62" r:id="rId6"/>
    <p:sldId id="263" r:id="rId7"/>
    <p:sldId id="264" r:id="rId8"/>
    <p:sldId id="265" r:id="rId9"/>
    <p:sldId id="266" r:id="rId10"/>
    <p:sldId id="267" r:id="rId11"/>
    <p:sldId id="269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7" r:id="rId27"/>
    <p:sldId id="288" r:id="rId28"/>
    <p:sldId id="289" r:id="rId29"/>
    <p:sldId id="290" r:id="rId30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2" autoAdjust="0"/>
    <p:restoredTop sz="94607" autoAdjust="0"/>
  </p:normalViewPr>
  <p:slideViewPr>
    <p:cSldViewPr snapToGrid="0">
      <p:cViewPr varScale="1">
        <p:scale>
          <a:sx n="170" d="100"/>
          <a:sy n="170" d="100"/>
        </p:scale>
        <p:origin x="272" y="18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" Type="http://schemas.openxmlformats.org/officeDocument/2006/relationships/slide" Target="slides/slide1.xml"/><Relationship Id="rId30" Type="http://schemas.openxmlformats.org/officeDocument/2006/relationships/slide" Target="slides/slide28.xml"/><Relationship Id="rId31" Type="http://schemas.openxmlformats.org/officeDocument/2006/relationships/tableStyles" Target="tableStyle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EC9E3-C96F-41F5-A8A8-FD3CB0E72109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Контейнер за изображение на слайда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Контейнер за долния колонтитул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7964F-8DC2-49B7-A16C-C6323405495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7E640AD-4F2A-4A01-B303-0797021ED8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A046BC-55E9-4688-8702-E931C9D32F0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A0CC50F-C66D-4447-9062-AF00A89DA3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0251791-93C8-40AE-BE3A-78CF9D23F6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9930280-05B8-4428-8BA5-AF39DCB4056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4E076B6-507B-408C-8F17-3D5DB3202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0FA8230-660F-4351-A9ED-617A5DF1CE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0BCBDE0-36E1-4C52-8BF5-75668B4EE76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178568A-D627-45FF-BBC8-875D9A5F71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21D3B25-3DE5-4552-9EED-C0F75C826CC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EBC7AEC-57B7-4796-9780-EBE9690C43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065A64C-D526-44BE-89A4-3ADE5F2EDA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08E40D7-90E6-46F2-B69F-A7E1E9A8AA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74CD16A-4FBE-42E5-BFC8-DB9C0FCB620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CFA307A-428C-4F42-BB4D-BA2CA8A08E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B02D53A-D5F5-4041-A90B-089BD0AE29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8D045C6-E421-47AA-8474-6808B3E9F5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1F612F2-4539-4C10-8D19-F2AE0B1FB3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D6013D3-BACB-44F3-95BC-B0E7E6FC73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38FCFA3-C8B7-4336-B421-C651485C31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B74AE21-9A23-48A2-B293-073B2D1119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8686C6A-A204-4F3B-91E4-FCC24EEDF52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55FD14B-25A3-44C8-A3AA-687FF106761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DAB1B6C-4202-4E63-AA06-14BCB8CF4C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CC95D31-F602-4884-A373-308771A458D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A9AEFCF-AD4F-4369-BA24-39CD23A247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E00A4DD-AD62-457B-BC72-9E9A4C36AB7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5F058B9-8EBE-46ED-9B8C-E21BA32F08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56"/>
          <p:cNvSpPr/>
          <p:nvPr userDrawn="1"/>
        </p:nvSpPr>
        <p:spPr>
          <a:xfrm>
            <a:off x="537667" y="-1"/>
            <a:ext cx="11124173" cy="4639161"/>
          </a:xfrm>
          <a:custGeom>
            <a:avLst/>
            <a:rect l="l" t="t" r="r" b="b"/>
            <a:pathLst>
              <a:path w="10279257" h="4286802">
                <a:moveTo>
                  <a:pt x="10279257" y="530339"/>
                </a:moveTo>
                <a:lnTo>
                  <a:pt x="10264140" y="775983"/>
                </a:lnTo>
                <a:lnTo>
                  <a:pt x="10213752" y="1009030"/>
                </a:lnTo>
                <a:lnTo>
                  <a:pt x="10175960" y="1121145"/>
                </a:lnTo>
                <a:lnTo>
                  <a:pt x="10134390" y="1229480"/>
                </a:lnTo>
                <a:lnTo>
                  <a:pt x="10044951" y="1432294"/>
                </a:lnTo>
                <a:lnTo>
                  <a:pt x="9946692" y="1616212"/>
                </a:lnTo>
                <a:lnTo>
                  <a:pt x="9845915" y="1786273"/>
                </a:lnTo>
                <a:lnTo>
                  <a:pt x="9737580" y="1942477"/>
                </a:lnTo>
                <a:lnTo>
                  <a:pt x="9622947" y="2083565"/>
                </a:lnTo>
                <a:lnTo>
                  <a:pt x="9504534" y="2212056"/>
                </a:lnTo>
                <a:lnTo>
                  <a:pt x="9379822" y="2329209"/>
                </a:lnTo>
                <a:lnTo>
                  <a:pt x="9250071" y="2436285"/>
                </a:lnTo>
                <a:lnTo>
                  <a:pt x="9115282" y="2532023"/>
                </a:lnTo>
                <a:lnTo>
                  <a:pt x="8903650" y="2657994"/>
                </a:lnTo>
                <a:lnTo>
                  <a:pt x="8606358" y="2796563"/>
                </a:lnTo>
                <a:lnTo>
                  <a:pt x="8290170" y="2909937"/>
                </a:lnTo>
                <a:lnTo>
                  <a:pt x="7957607" y="3005675"/>
                </a:lnTo>
                <a:lnTo>
                  <a:pt x="7613705" y="3088816"/>
                </a:lnTo>
                <a:lnTo>
                  <a:pt x="7073288" y="3207229"/>
                </a:lnTo>
                <a:lnTo>
                  <a:pt x="6503898" y="3340759"/>
                </a:lnTo>
                <a:lnTo>
                  <a:pt x="6113387" y="3447835"/>
                </a:lnTo>
                <a:lnTo>
                  <a:pt x="5716577" y="3577585"/>
                </a:lnTo>
                <a:lnTo>
                  <a:pt x="5312210" y="3740088"/>
                </a:lnTo>
                <a:lnTo>
                  <a:pt x="5109396" y="3834566"/>
                </a:lnTo>
                <a:lnTo>
                  <a:pt x="5006099" y="3883695"/>
                </a:lnTo>
                <a:lnTo>
                  <a:pt x="4800766" y="3971875"/>
                </a:lnTo>
                <a:lnTo>
                  <a:pt x="4592913" y="4049977"/>
                </a:lnTo>
                <a:lnTo>
                  <a:pt x="4385061" y="4115482"/>
                </a:lnTo>
                <a:lnTo>
                  <a:pt x="4174688" y="4172170"/>
                </a:lnTo>
                <a:lnTo>
                  <a:pt x="3966836" y="4217519"/>
                </a:lnTo>
                <a:lnTo>
                  <a:pt x="3758983" y="4251531"/>
                </a:lnTo>
                <a:lnTo>
                  <a:pt x="3552390" y="4274206"/>
                </a:lnTo>
                <a:lnTo>
                  <a:pt x="3345798" y="4285544"/>
                </a:lnTo>
                <a:lnTo>
                  <a:pt x="3141724" y="4286803"/>
                </a:lnTo>
                <a:lnTo>
                  <a:pt x="2941430" y="4277985"/>
                </a:lnTo>
                <a:lnTo>
                  <a:pt x="2742395" y="4257830"/>
                </a:lnTo>
                <a:lnTo>
                  <a:pt x="2545880" y="4226337"/>
                </a:lnTo>
                <a:lnTo>
                  <a:pt x="2355663" y="4183507"/>
                </a:lnTo>
                <a:lnTo>
                  <a:pt x="2166706" y="4131859"/>
                </a:lnTo>
                <a:lnTo>
                  <a:pt x="1985308" y="4066353"/>
                </a:lnTo>
                <a:lnTo>
                  <a:pt x="1807688" y="3992030"/>
                </a:lnTo>
                <a:lnTo>
                  <a:pt x="1633848" y="3907630"/>
                </a:lnTo>
                <a:lnTo>
                  <a:pt x="1468825" y="3810632"/>
                </a:lnTo>
                <a:lnTo>
                  <a:pt x="1308842" y="3704816"/>
                </a:lnTo>
                <a:lnTo>
                  <a:pt x="1156417" y="3586403"/>
                </a:lnTo>
                <a:lnTo>
                  <a:pt x="1011550" y="3455393"/>
                </a:lnTo>
                <a:lnTo>
                  <a:pt x="874241" y="3316824"/>
                </a:lnTo>
                <a:lnTo>
                  <a:pt x="745750" y="3166918"/>
                </a:lnTo>
                <a:lnTo>
                  <a:pt x="624818" y="3005675"/>
                </a:lnTo>
                <a:lnTo>
                  <a:pt x="512703" y="2831835"/>
                </a:lnTo>
                <a:lnTo>
                  <a:pt x="411926" y="2649176"/>
                </a:lnTo>
                <a:lnTo>
                  <a:pt x="321227" y="2453921"/>
                </a:lnTo>
                <a:lnTo>
                  <a:pt x="239345" y="2249848"/>
                </a:lnTo>
                <a:lnTo>
                  <a:pt x="170061" y="2033177"/>
                </a:lnTo>
                <a:lnTo>
                  <a:pt x="113374" y="1805169"/>
                </a:lnTo>
                <a:lnTo>
                  <a:pt x="66765" y="1565823"/>
                </a:lnTo>
                <a:lnTo>
                  <a:pt x="49129" y="1443631"/>
                </a:lnTo>
                <a:lnTo>
                  <a:pt x="32753" y="1320179"/>
                </a:lnTo>
                <a:lnTo>
                  <a:pt x="11337" y="1078314"/>
                </a:lnTo>
                <a:lnTo>
                  <a:pt x="0" y="847787"/>
                </a:lnTo>
                <a:lnTo>
                  <a:pt x="0" y="624818"/>
                </a:lnTo>
                <a:lnTo>
                  <a:pt x="16376" y="306110"/>
                </a:lnTo>
                <a:lnTo>
                  <a:pt x="57947" y="0"/>
                </a:lnTo>
                <a:lnTo>
                  <a:pt x="10208713" y="0"/>
                </a:lnTo>
                <a:lnTo>
                  <a:pt x="10212492" y="8818"/>
                </a:lnTo>
                <a:lnTo>
                  <a:pt x="10261621" y="272098"/>
                </a:lnTo>
                <a:lnTo>
                  <a:pt x="10279257" y="530339"/>
                </a:lnTo>
                <a:close/>
              </a:path>
            </a:pathLst>
          </a:custGeom>
          <a:solidFill>
            <a:schemeClr val="accent1">
              <a:lumMod val="75000"/>
              <a:alpha val="15000"/>
            </a:schemeClr>
          </a:solidFill>
          <a:ln w="1259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0" y="4804448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sp>
        <p:nvSpPr>
          <p:cNvPr id="9" name="Свободна форма: фигура 8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0" name="Свободна форма: фигура 9"/>
          <p:cNvSpPr/>
          <p:nvPr userDrawn="1"/>
        </p:nvSpPr>
        <p:spPr>
          <a:xfrm>
            <a:off x="0" y="0"/>
            <a:ext cx="2209534" cy="1963133"/>
          </a:xfrm>
          <a:custGeom>
            <a:avLst/>
            <a:rect l="l" t="t" r="r" b="b"/>
            <a:pathLst>
              <a:path w="2603499" h="2313164">
                <a:moveTo>
                  <a:pt x="2604135" y="0"/>
                </a:moveTo>
                <a:lnTo>
                  <a:pt x="2591435" y="122240"/>
                </a:lnTo>
                <a:lnTo>
                  <a:pt x="2581275" y="184301"/>
                </a:lnTo>
                <a:lnTo>
                  <a:pt x="2567940" y="245735"/>
                </a:lnTo>
                <a:lnTo>
                  <a:pt x="2532380" y="361079"/>
                </a:lnTo>
                <a:lnTo>
                  <a:pt x="2484755" y="469529"/>
                </a:lnTo>
                <a:lnTo>
                  <a:pt x="2425700" y="569828"/>
                </a:lnTo>
                <a:lnTo>
                  <a:pt x="2357755" y="663859"/>
                </a:lnTo>
                <a:lnTo>
                  <a:pt x="2280285" y="752876"/>
                </a:lnTo>
                <a:lnTo>
                  <a:pt x="2195195" y="835623"/>
                </a:lnTo>
                <a:lnTo>
                  <a:pt x="2103120" y="913355"/>
                </a:lnTo>
                <a:lnTo>
                  <a:pt x="2054225" y="949714"/>
                </a:lnTo>
                <a:lnTo>
                  <a:pt x="2019300" y="976043"/>
                </a:lnTo>
                <a:lnTo>
                  <a:pt x="1951990" y="1031834"/>
                </a:lnTo>
                <a:lnTo>
                  <a:pt x="1857375" y="1120851"/>
                </a:lnTo>
                <a:lnTo>
                  <a:pt x="1740535" y="1251240"/>
                </a:lnTo>
                <a:lnTo>
                  <a:pt x="1633855" y="1390406"/>
                </a:lnTo>
                <a:lnTo>
                  <a:pt x="1585595" y="1461870"/>
                </a:lnTo>
                <a:lnTo>
                  <a:pt x="1517650" y="1565304"/>
                </a:lnTo>
                <a:lnTo>
                  <a:pt x="1384300" y="1782202"/>
                </a:lnTo>
                <a:lnTo>
                  <a:pt x="1276350" y="1940175"/>
                </a:lnTo>
                <a:lnTo>
                  <a:pt x="1196340" y="2037967"/>
                </a:lnTo>
                <a:lnTo>
                  <a:pt x="1109345" y="2126356"/>
                </a:lnTo>
                <a:lnTo>
                  <a:pt x="1036320" y="2185282"/>
                </a:lnTo>
                <a:lnTo>
                  <a:pt x="984250" y="2220387"/>
                </a:lnTo>
                <a:lnTo>
                  <a:pt x="957580" y="2236059"/>
                </a:lnTo>
                <a:lnTo>
                  <a:pt x="917575" y="2257373"/>
                </a:lnTo>
                <a:lnTo>
                  <a:pt x="840105" y="2288717"/>
                </a:lnTo>
                <a:lnTo>
                  <a:pt x="762635" y="2309403"/>
                </a:lnTo>
                <a:lnTo>
                  <a:pt x="685165" y="2318180"/>
                </a:lnTo>
                <a:lnTo>
                  <a:pt x="608330" y="2318180"/>
                </a:lnTo>
                <a:lnTo>
                  <a:pt x="532765" y="2309403"/>
                </a:lnTo>
                <a:lnTo>
                  <a:pt x="457200" y="2292478"/>
                </a:lnTo>
                <a:lnTo>
                  <a:pt x="383540" y="2268657"/>
                </a:lnTo>
                <a:lnTo>
                  <a:pt x="310515" y="2239194"/>
                </a:lnTo>
                <a:lnTo>
                  <a:pt x="237490" y="2204089"/>
                </a:lnTo>
                <a:lnTo>
                  <a:pt x="130810" y="2145163"/>
                </a:lnTo>
                <a:lnTo>
                  <a:pt x="0" y="2059908"/>
                </a:lnTo>
                <a:lnTo>
                  <a:pt x="0" y="0"/>
                </a:lnTo>
                <a:lnTo>
                  <a:pt x="2604135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1" name="Свободна форма: фигура 10"/>
          <p:cNvSpPr/>
          <p:nvPr userDrawn="1"/>
        </p:nvSpPr>
        <p:spPr>
          <a:xfrm>
            <a:off x="9486639" y="4590480"/>
            <a:ext cx="2705361" cy="2267520"/>
          </a:xfrm>
          <a:custGeom>
            <a:avLst/>
            <a:rect l="l" t="t" r="r" b="b"/>
            <a:pathLst>
              <a:path w="3575049" h="2996457">
                <a:moveTo>
                  <a:pt x="3576955" y="0"/>
                </a:moveTo>
                <a:lnTo>
                  <a:pt x="3576955" y="3000218"/>
                </a:lnTo>
                <a:lnTo>
                  <a:pt x="0" y="3000218"/>
                </a:lnTo>
                <a:lnTo>
                  <a:pt x="12065" y="2970129"/>
                </a:lnTo>
                <a:lnTo>
                  <a:pt x="47625" y="2896157"/>
                </a:lnTo>
                <a:lnTo>
                  <a:pt x="87630" y="2822186"/>
                </a:lnTo>
                <a:lnTo>
                  <a:pt x="132715" y="2750095"/>
                </a:lnTo>
                <a:lnTo>
                  <a:pt x="183515" y="2678005"/>
                </a:lnTo>
                <a:lnTo>
                  <a:pt x="240030" y="2607795"/>
                </a:lnTo>
                <a:lnTo>
                  <a:pt x="302895" y="2539466"/>
                </a:lnTo>
                <a:lnTo>
                  <a:pt x="336550" y="2506242"/>
                </a:lnTo>
                <a:lnTo>
                  <a:pt x="368300" y="2475525"/>
                </a:lnTo>
                <a:lnTo>
                  <a:pt x="431800" y="2419733"/>
                </a:lnTo>
                <a:lnTo>
                  <a:pt x="496570" y="2368957"/>
                </a:lnTo>
                <a:lnTo>
                  <a:pt x="561340" y="2323194"/>
                </a:lnTo>
                <a:lnTo>
                  <a:pt x="626111" y="2281821"/>
                </a:lnTo>
                <a:lnTo>
                  <a:pt x="692786" y="2244835"/>
                </a:lnTo>
                <a:lnTo>
                  <a:pt x="759461" y="2210984"/>
                </a:lnTo>
                <a:lnTo>
                  <a:pt x="826770" y="2180267"/>
                </a:lnTo>
                <a:lnTo>
                  <a:pt x="930275" y="2139521"/>
                </a:lnTo>
                <a:lnTo>
                  <a:pt x="1073150" y="2091251"/>
                </a:lnTo>
                <a:lnTo>
                  <a:pt x="1295400" y="2027310"/>
                </a:lnTo>
                <a:lnTo>
                  <a:pt x="1452880" y="1984056"/>
                </a:lnTo>
                <a:lnTo>
                  <a:pt x="1514475" y="1966503"/>
                </a:lnTo>
                <a:lnTo>
                  <a:pt x="1638936" y="1923249"/>
                </a:lnTo>
                <a:lnTo>
                  <a:pt x="1760855" y="1871219"/>
                </a:lnTo>
                <a:lnTo>
                  <a:pt x="1877695" y="1811039"/>
                </a:lnTo>
                <a:lnTo>
                  <a:pt x="1961515" y="1758381"/>
                </a:lnTo>
                <a:lnTo>
                  <a:pt x="2014220" y="1721396"/>
                </a:lnTo>
                <a:lnTo>
                  <a:pt x="2065020" y="1681276"/>
                </a:lnTo>
                <a:lnTo>
                  <a:pt x="2112645" y="1638648"/>
                </a:lnTo>
                <a:lnTo>
                  <a:pt x="2157095" y="1594140"/>
                </a:lnTo>
                <a:lnTo>
                  <a:pt x="2198370" y="1547125"/>
                </a:lnTo>
                <a:lnTo>
                  <a:pt x="2236470" y="1497602"/>
                </a:lnTo>
                <a:lnTo>
                  <a:pt x="2270125" y="1445571"/>
                </a:lnTo>
                <a:lnTo>
                  <a:pt x="2286000" y="1418616"/>
                </a:lnTo>
                <a:lnTo>
                  <a:pt x="2317115" y="1357809"/>
                </a:lnTo>
                <a:lnTo>
                  <a:pt x="2369820" y="1236195"/>
                </a:lnTo>
                <a:lnTo>
                  <a:pt x="2416175" y="1113328"/>
                </a:lnTo>
                <a:lnTo>
                  <a:pt x="2463800" y="990461"/>
                </a:lnTo>
                <a:lnTo>
                  <a:pt x="2491105" y="929654"/>
                </a:lnTo>
                <a:lnTo>
                  <a:pt x="2516505" y="875116"/>
                </a:lnTo>
                <a:lnTo>
                  <a:pt x="2575561" y="767921"/>
                </a:lnTo>
                <a:lnTo>
                  <a:pt x="2642236" y="663232"/>
                </a:lnTo>
                <a:lnTo>
                  <a:pt x="2717165" y="561679"/>
                </a:lnTo>
                <a:lnTo>
                  <a:pt x="2800350" y="465140"/>
                </a:lnTo>
                <a:lnTo>
                  <a:pt x="2891790" y="372990"/>
                </a:lnTo>
                <a:lnTo>
                  <a:pt x="2992120" y="285854"/>
                </a:lnTo>
                <a:lnTo>
                  <a:pt x="3100070" y="206242"/>
                </a:lnTo>
                <a:lnTo>
                  <a:pt x="3158490" y="168629"/>
                </a:lnTo>
                <a:lnTo>
                  <a:pt x="3199765" y="143554"/>
                </a:lnTo>
                <a:lnTo>
                  <a:pt x="3286125" y="97165"/>
                </a:lnTo>
                <a:lnTo>
                  <a:pt x="3376295" y="57045"/>
                </a:lnTo>
                <a:lnTo>
                  <a:pt x="3467735" y="25075"/>
                </a:lnTo>
                <a:lnTo>
                  <a:pt x="3513455" y="12537"/>
                </a:lnTo>
                <a:lnTo>
                  <a:pt x="3560445" y="2508"/>
                </a:lnTo>
                <a:lnTo>
                  <a:pt x="3576955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bg-BG" dirty="0"/>
          </a:p>
        </p:txBody>
      </p:sp>
      <p:sp>
        <p:nvSpPr>
          <p:cNvPr id="2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grpSp>
        <p:nvGrpSpPr>
          <p:cNvPr id="12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13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3" name="Графика 3"/>
          <p:cNvSpPr/>
          <p:nvPr userDrawn="1"/>
        </p:nvSpPr>
        <p:spPr>
          <a:xfrm>
            <a:off x="187747" y="3803421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rgbClr val="FFF3E6"/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44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45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вободна форма: фигура 6"/>
          <p:cNvSpPr/>
          <p:nvPr userDrawn="1"/>
        </p:nvSpPr>
        <p:spPr>
          <a:xfrm>
            <a:off x="0" y="4833476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10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28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8" name="Графика 3"/>
          <p:cNvSpPr/>
          <p:nvPr userDrawn="1"/>
        </p:nvSpPr>
        <p:spPr>
          <a:xfrm>
            <a:off x="231289" y="3687308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4"/>
          <p:cNvSpPr/>
          <p:nvPr userDrawn="1"/>
        </p:nvSpPr>
        <p:spPr>
          <a:xfrm>
            <a:off x="-1" y="-1"/>
            <a:ext cx="6965421" cy="5992533"/>
          </a:xfrm>
          <a:custGeom>
            <a:avLst/>
            <a:rect l="l" t="t" r="r" b="b"/>
            <a:pathLst>
              <a:path w="5257800" h="4523422">
                <a:moveTo>
                  <a:pt x="5257800" y="1119188"/>
                </a:moveTo>
                <a:lnTo>
                  <a:pt x="5254943" y="1178243"/>
                </a:lnTo>
                <a:lnTo>
                  <a:pt x="5244465" y="1269683"/>
                </a:lnTo>
                <a:lnTo>
                  <a:pt x="5217795" y="1394460"/>
                </a:lnTo>
                <a:lnTo>
                  <a:pt x="5202555" y="1456373"/>
                </a:lnTo>
                <a:lnTo>
                  <a:pt x="5159693" y="1622108"/>
                </a:lnTo>
                <a:lnTo>
                  <a:pt x="5066348" y="1951673"/>
                </a:lnTo>
                <a:lnTo>
                  <a:pt x="4964430" y="2278380"/>
                </a:lnTo>
                <a:lnTo>
                  <a:pt x="4855845" y="2602230"/>
                </a:lnTo>
                <a:lnTo>
                  <a:pt x="4738688" y="2924175"/>
                </a:lnTo>
                <a:lnTo>
                  <a:pt x="4613910" y="3243263"/>
                </a:lnTo>
                <a:lnTo>
                  <a:pt x="4480560" y="3560445"/>
                </a:lnTo>
                <a:lnTo>
                  <a:pt x="4339590" y="3872865"/>
                </a:lnTo>
                <a:lnTo>
                  <a:pt x="4267200" y="4028123"/>
                </a:lnTo>
                <a:lnTo>
                  <a:pt x="4239578" y="4084320"/>
                </a:lnTo>
                <a:lnTo>
                  <a:pt x="4180523" y="4196715"/>
                </a:lnTo>
                <a:lnTo>
                  <a:pt x="4112895" y="4302443"/>
                </a:lnTo>
                <a:lnTo>
                  <a:pt x="4055745" y="4372928"/>
                </a:lnTo>
                <a:lnTo>
                  <a:pt x="4012883" y="4413885"/>
                </a:lnTo>
                <a:lnTo>
                  <a:pt x="3990975" y="4431983"/>
                </a:lnTo>
                <a:lnTo>
                  <a:pt x="3957638" y="4455795"/>
                </a:lnTo>
                <a:lnTo>
                  <a:pt x="3890963" y="4491038"/>
                </a:lnTo>
                <a:lnTo>
                  <a:pt x="3824288" y="4512945"/>
                </a:lnTo>
                <a:lnTo>
                  <a:pt x="3758565" y="4523423"/>
                </a:lnTo>
                <a:lnTo>
                  <a:pt x="3691890" y="4523423"/>
                </a:lnTo>
                <a:lnTo>
                  <a:pt x="3627120" y="4516755"/>
                </a:lnTo>
                <a:lnTo>
                  <a:pt x="3531870" y="4497705"/>
                </a:lnTo>
                <a:lnTo>
                  <a:pt x="3472815" y="4480560"/>
                </a:lnTo>
                <a:lnTo>
                  <a:pt x="0" y="3447098"/>
                </a:lnTo>
                <a:lnTo>
                  <a:pt x="0" y="1987868"/>
                </a:lnTo>
                <a:lnTo>
                  <a:pt x="60960" y="1922145"/>
                </a:lnTo>
                <a:lnTo>
                  <a:pt x="469583" y="1512570"/>
                </a:lnTo>
                <a:lnTo>
                  <a:pt x="654368" y="1331595"/>
                </a:lnTo>
                <a:lnTo>
                  <a:pt x="842010" y="1144905"/>
                </a:lnTo>
                <a:lnTo>
                  <a:pt x="1225868" y="779145"/>
                </a:lnTo>
                <a:lnTo>
                  <a:pt x="1612583" y="419100"/>
                </a:lnTo>
                <a:lnTo>
                  <a:pt x="2005013" y="64770"/>
                </a:lnTo>
                <a:lnTo>
                  <a:pt x="2078355" y="0"/>
                </a:lnTo>
                <a:lnTo>
                  <a:pt x="4688205" y="0"/>
                </a:lnTo>
                <a:lnTo>
                  <a:pt x="4689158" y="12383"/>
                </a:lnTo>
                <a:lnTo>
                  <a:pt x="4712970" y="154305"/>
                </a:lnTo>
                <a:lnTo>
                  <a:pt x="4749165" y="288608"/>
                </a:lnTo>
                <a:lnTo>
                  <a:pt x="4796790" y="414338"/>
                </a:lnTo>
                <a:lnTo>
                  <a:pt x="4855845" y="529590"/>
                </a:lnTo>
                <a:lnTo>
                  <a:pt x="4925378" y="635318"/>
                </a:lnTo>
                <a:lnTo>
                  <a:pt x="5005388" y="729615"/>
                </a:lnTo>
                <a:lnTo>
                  <a:pt x="5049203" y="771525"/>
                </a:lnTo>
                <a:lnTo>
                  <a:pt x="5102543" y="817245"/>
                </a:lnTo>
                <a:lnTo>
                  <a:pt x="5178743" y="891540"/>
                </a:lnTo>
                <a:lnTo>
                  <a:pt x="5211128" y="936308"/>
                </a:lnTo>
                <a:lnTo>
                  <a:pt x="5228273" y="968693"/>
                </a:lnTo>
                <a:lnTo>
                  <a:pt x="5234940" y="986790"/>
                </a:lnTo>
                <a:lnTo>
                  <a:pt x="5243513" y="1011555"/>
                </a:lnTo>
                <a:lnTo>
                  <a:pt x="5253990" y="1062990"/>
                </a:lnTo>
                <a:lnTo>
                  <a:pt x="5257800" y="1119188"/>
                </a:lnTo>
                <a:close/>
              </a:path>
            </a:pathLst>
          </a:custGeom>
          <a:solidFill>
            <a:srgbClr val="FEE3C5">
              <a:alpha val="7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7" name="Google Shape;142;p3"/>
          <p:cNvSpPr/>
          <p:nvPr userDrawn="1"/>
        </p:nvSpPr>
        <p:spPr>
          <a:xfrm rot="5400000">
            <a:off x="9360178" y="4026180"/>
            <a:ext cx="3118827" cy="2544817"/>
          </a:xfrm>
          <a:custGeom>
            <a:avLst/>
            <a:rect l="l" t="t" r="r" b="b"/>
            <a:pathLst>
              <a:path w="45885" h="37440">
                <a:moveTo>
                  <a:pt x="21364" y="1"/>
                </a:moveTo>
                <a:lnTo>
                  <a:pt x="20567" y="619"/>
                </a:lnTo>
                <a:lnTo>
                  <a:pt x="15669" y="4833"/>
                </a:lnTo>
                <a:lnTo>
                  <a:pt x="12529" y="7778"/>
                </a:lnTo>
                <a:lnTo>
                  <a:pt x="10365" y="9975"/>
                </a:lnTo>
                <a:lnTo>
                  <a:pt x="8201" y="12301"/>
                </a:lnTo>
                <a:lnTo>
                  <a:pt x="6134" y="14742"/>
                </a:lnTo>
                <a:lnTo>
                  <a:pt x="4231" y="17232"/>
                </a:lnTo>
                <a:lnTo>
                  <a:pt x="2604" y="19754"/>
                </a:lnTo>
                <a:lnTo>
                  <a:pt x="1595" y="21625"/>
                </a:lnTo>
                <a:lnTo>
                  <a:pt x="1042" y="22861"/>
                </a:lnTo>
                <a:lnTo>
                  <a:pt x="586" y="24082"/>
                </a:lnTo>
                <a:lnTo>
                  <a:pt x="261" y="25269"/>
                </a:lnTo>
                <a:lnTo>
                  <a:pt x="65" y="26441"/>
                </a:lnTo>
                <a:lnTo>
                  <a:pt x="0" y="27564"/>
                </a:lnTo>
                <a:lnTo>
                  <a:pt x="98" y="28654"/>
                </a:lnTo>
                <a:lnTo>
                  <a:pt x="342" y="29695"/>
                </a:lnTo>
                <a:lnTo>
                  <a:pt x="537" y="30199"/>
                </a:lnTo>
                <a:lnTo>
                  <a:pt x="960" y="31159"/>
                </a:lnTo>
                <a:lnTo>
                  <a:pt x="1888" y="32819"/>
                </a:lnTo>
                <a:lnTo>
                  <a:pt x="2897" y="34186"/>
                </a:lnTo>
                <a:lnTo>
                  <a:pt x="3970" y="35260"/>
                </a:lnTo>
                <a:lnTo>
                  <a:pt x="5109" y="36106"/>
                </a:lnTo>
                <a:lnTo>
                  <a:pt x="6330" y="36708"/>
                </a:lnTo>
                <a:lnTo>
                  <a:pt x="7615" y="37115"/>
                </a:lnTo>
                <a:lnTo>
                  <a:pt x="8933" y="37342"/>
                </a:lnTo>
                <a:lnTo>
                  <a:pt x="10332" y="37440"/>
                </a:lnTo>
                <a:lnTo>
                  <a:pt x="11764" y="37391"/>
                </a:lnTo>
                <a:lnTo>
                  <a:pt x="13977" y="37180"/>
                </a:lnTo>
                <a:lnTo>
                  <a:pt x="17085" y="36675"/>
                </a:lnTo>
                <a:lnTo>
                  <a:pt x="20290" y="36155"/>
                </a:lnTo>
                <a:lnTo>
                  <a:pt x="21917" y="35959"/>
                </a:lnTo>
                <a:lnTo>
                  <a:pt x="23609" y="35780"/>
                </a:lnTo>
                <a:lnTo>
                  <a:pt x="27368" y="35487"/>
                </a:lnTo>
                <a:lnTo>
                  <a:pt x="33372" y="35130"/>
                </a:lnTo>
                <a:lnTo>
                  <a:pt x="43981" y="34706"/>
                </a:lnTo>
                <a:lnTo>
                  <a:pt x="45884" y="34658"/>
                </a:lnTo>
                <a:lnTo>
                  <a:pt x="45884" y="1"/>
                </a:lnTo>
                <a:lnTo>
                  <a:pt x="21364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" name="Google Shape;161;p3"/>
          <p:cNvGrpSpPr/>
          <p:nvPr/>
        </p:nvGrpSpPr>
        <p:grpSpPr>
          <a:xfrm>
            <a:off x="8009121" y="5207000"/>
            <a:ext cx="3946053" cy="1388694"/>
            <a:chOff x="5585150" y="1630675"/>
            <a:chExt cx="1583600" cy="557300"/>
          </a:xfrm>
          <a:solidFill>
            <a:schemeClr val="accent3">
              <a:lumMod val="25000"/>
            </a:schemeClr>
          </a:solidFill>
        </p:grpSpPr>
        <p:sp>
          <p:nvSpPr>
            <p:cNvPr id="9" name="Google Shape;162;p3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163;p3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164;p3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65;p3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66;p3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67;p3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68;p3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9;p3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0;p3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71;p3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72;p3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173;p3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174;p3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175;p3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176;p3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177;p3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178;p3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179;p3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180;p3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181;p3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182;p3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183;p3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184;p3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185;p3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186;p3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187;p3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188;p3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189;p3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190;p3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191;p3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9" name="Google Shape;226;p3"/>
          <p:cNvGrpSpPr/>
          <p:nvPr/>
        </p:nvGrpSpPr>
        <p:grpSpPr>
          <a:xfrm rot="18404589">
            <a:off x="244847" y="5294331"/>
            <a:ext cx="1377991" cy="2517439"/>
            <a:chOff x="6169801" y="3251650"/>
            <a:chExt cx="1065649" cy="194682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Google Shape;227;p3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228;p3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229;p3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230;p3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231;p3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233;p3"/>
            <p:cNvSpPr/>
            <p:nvPr/>
          </p:nvSpPr>
          <p:spPr>
            <a:xfrm>
              <a:off x="6764375" y="3935025"/>
              <a:ext cx="39075" cy="37450"/>
            </a:xfrm>
            <a:custGeom>
              <a:avLst/>
              <a:rect l="l" t="t" r="r" b="b"/>
              <a:pathLst>
                <a:path w="1563" h="1498">
                  <a:moveTo>
                    <a:pt x="912" y="1"/>
                  </a:moveTo>
                  <a:lnTo>
                    <a:pt x="619" y="17"/>
                  </a:lnTo>
                  <a:lnTo>
                    <a:pt x="359" y="114"/>
                  </a:lnTo>
                  <a:lnTo>
                    <a:pt x="131" y="293"/>
                  </a:lnTo>
                  <a:lnTo>
                    <a:pt x="17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75" y="1400"/>
                  </a:lnTo>
                  <a:lnTo>
                    <a:pt x="635" y="1497"/>
                  </a:lnTo>
                  <a:lnTo>
                    <a:pt x="928" y="1497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63" y="749"/>
                  </a:lnTo>
                  <a:lnTo>
                    <a:pt x="1546" y="554"/>
                  </a:lnTo>
                  <a:lnTo>
                    <a:pt x="1416" y="277"/>
                  </a:lnTo>
                  <a:lnTo>
                    <a:pt x="1189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234;p3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235;p3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237;p3"/>
            <p:cNvSpPr/>
            <p:nvPr/>
          </p:nvSpPr>
          <p:spPr>
            <a:xfrm>
              <a:off x="7064175" y="3529475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238;p3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239;p3"/>
            <p:cNvSpPr/>
            <p:nvPr/>
          </p:nvSpPr>
          <p:spPr>
            <a:xfrm>
              <a:off x="7203300" y="5167550"/>
              <a:ext cx="32150" cy="30925"/>
            </a:xfrm>
            <a:custGeom>
              <a:avLst/>
              <a:rect l="l" t="t" r="r" b="b"/>
              <a:pathLst>
                <a:path w="1286" h="1237">
                  <a:moveTo>
                    <a:pt x="521" y="0"/>
                  </a:moveTo>
                  <a:lnTo>
                    <a:pt x="293" y="82"/>
                  </a:lnTo>
                  <a:lnTo>
                    <a:pt x="114" y="244"/>
                  </a:lnTo>
                  <a:lnTo>
                    <a:pt x="0" y="472"/>
                  </a:lnTo>
                  <a:lnTo>
                    <a:pt x="0" y="619"/>
                  </a:lnTo>
                  <a:lnTo>
                    <a:pt x="0" y="781"/>
                  </a:lnTo>
                  <a:lnTo>
                    <a:pt x="114" y="1009"/>
                  </a:lnTo>
                  <a:lnTo>
                    <a:pt x="293" y="1156"/>
                  </a:lnTo>
                  <a:lnTo>
                    <a:pt x="537" y="1237"/>
                  </a:lnTo>
                  <a:lnTo>
                    <a:pt x="765" y="1237"/>
                  </a:lnTo>
                  <a:lnTo>
                    <a:pt x="993" y="1156"/>
                  </a:lnTo>
                  <a:lnTo>
                    <a:pt x="1172" y="993"/>
                  </a:lnTo>
                  <a:lnTo>
                    <a:pt x="1285" y="765"/>
                  </a:lnTo>
                  <a:lnTo>
                    <a:pt x="1285" y="602"/>
                  </a:lnTo>
                  <a:lnTo>
                    <a:pt x="1285" y="456"/>
                  </a:lnTo>
                  <a:lnTo>
                    <a:pt x="1172" y="228"/>
                  </a:lnTo>
                  <a:lnTo>
                    <a:pt x="993" y="65"/>
                  </a:lnTo>
                  <a:lnTo>
                    <a:pt x="749" y="0"/>
                  </a:lnTo>
                  <a:lnTo>
                    <a:pt x="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240;p3"/>
            <p:cNvSpPr/>
            <p:nvPr/>
          </p:nvSpPr>
          <p:spPr>
            <a:xfrm>
              <a:off x="7004375" y="4772575"/>
              <a:ext cx="36225" cy="34600"/>
            </a:xfrm>
            <a:custGeom>
              <a:avLst/>
              <a:rect l="l" t="t" r="r" b="b"/>
              <a:pathLst>
                <a:path w="1449" h="1384">
                  <a:moveTo>
                    <a:pt x="586" y="0"/>
                  </a:moveTo>
                  <a:lnTo>
                    <a:pt x="326" y="98"/>
                  </a:lnTo>
                  <a:lnTo>
                    <a:pt x="131" y="277"/>
                  </a:lnTo>
                  <a:lnTo>
                    <a:pt x="17" y="537"/>
                  </a:lnTo>
                  <a:lnTo>
                    <a:pt x="1" y="700"/>
                  </a:lnTo>
                  <a:lnTo>
                    <a:pt x="17" y="863"/>
                  </a:lnTo>
                  <a:lnTo>
                    <a:pt x="147" y="1123"/>
                  </a:lnTo>
                  <a:lnTo>
                    <a:pt x="342" y="1302"/>
                  </a:lnTo>
                  <a:lnTo>
                    <a:pt x="603" y="1383"/>
                  </a:lnTo>
                  <a:lnTo>
                    <a:pt x="863" y="1383"/>
                  </a:lnTo>
                  <a:lnTo>
                    <a:pt x="1123" y="1286"/>
                  </a:lnTo>
                  <a:lnTo>
                    <a:pt x="1319" y="1107"/>
                  </a:lnTo>
                  <a:lnTo>
                    <a:pt x="1432" y="846"/>
                  </a:lnTo>
                  <a:lnTo>
                    <a:pt x="1449" y="684"/>
                  </a:lnTo>
                  <a:lnTo>
                    <a:pt x="1432" y="521"/>
                  </a:lnTo>
                  <a:lnTo>
                    <a:pt x="1302" y="261"/>
                  </a:lnTo>
                  <a:lnTo>
                    <a:pt x="1107" y="82"/>
                  </a:lnTo>
                  <a:lnTo>
                    <a:pt x="847" y="0"/>
                  </a:lnTo>
                  <a:lnTo>
                    <a:pt x="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241;p3"/>
            <p:cNvSpPr/>
            <p:nvPr/>
          </p:nvSpPr>
          <p:spPr>
            <a:xfrm>
              <a:off x="6979575" y="432267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5" y="1"/>
                  </a:moveTo>
                  <a:lnTo>
                    <a:pt x="98" y="180"/>
                  </a:lnTo>
                  <a:lnTo>
                    <a:pt x="16" y="375"/>
                  </a:lnTo>
                  <a:lnTo>
                    <a:pt x="0" y="489"/>
                  </a:lnTo>
                  <a:lnTo>
                    <a:pt x="16" y="603"/>
                  </a:lnTo>
                  <a:lnTo>
                    <a:pt x="98" y="798"/>
                  </a:lnTo>
                  <a:lnTo>
                    <a:pt x="325" y="961"/>
                  </a:lnTo>
                  <a:lnTo>
                    <a:pt x="716" y="961"/>
                  </a:lnTo>
                  <a:lnTo>
                    <a:pt x="944" y="782"/>
                  </a:lnTo>
                  <a:lnTo>
                    <a:pt x="1025" y="586"/>
                  </a:lnTo>
                  <a:lnTo>
                    <a:pt x="1041" y="473"/>
                  </a:lnTo>
                  <a:lnTo>
                    <a:pt x="1025" y="359"/>
                  </a:lnTo>
                  <a:lnTo>
                    <a:pt x="944" y="163"/>
                  </a:lnTo>
                  <a:lnTo>
                    <a:pt x="700" y="1"/>
                  </a:lnTo>
                  <a:lnTo>
                    <a:pt x="3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242;p3"/>
            <p:cNvSpPr/>
            <p:nvPr/>
          </p:nvSpPr>
          <p:spPr>
            <a:xfrm>
              <a:off x="7013325" y="3703975"/>
              <a:ext cx="38675" cy="37450"/>
            </a:xfrm>
            <a:custGeom>
              <a:avLst/>
              <a:rect l="l" t="t" r="r" b="b"/>
              <a:pathLst>
                <a:path w="1547" h="1498">
                  <a:moveTo>
                    <a:pt x="912" y="1"/>
                  </a:moveTo>
                  <a:lnTo>
                    <a:pt x="619" y="17"/>
                  </a:lnTo>
                  <a:lnTo>
                    <a:pt x="342" y="115"/>
                  </a:lnTo>
                  <a:lnTo>
                    <a:pt x="131" y="294"/>
                  </a:lnTo>
                  <a:lnTo>
                    <a:pt x="1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59" y="1400"/>
                  </a:lnTo>
                  <a:lnTo>
                    <a:pt x="635" y="1498"/>
                  </a:lnTo>
                  <a:lnTo>
                    <a:pt x="928" y="1498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46" y="749"/>
                  </a:lnTo>
                  <a:lnTo>
                    <a:pt x="1530" y="570"/>
                  </a:lnTo>
                  <a:lnTo>
                    <a:pt x="1400" y="277"/>
                  </a:lnTo>
                  <a:lnTo>
                    <a:pt x="1188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243;p3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244;p3"/>
            <p:cNvSpPr/>
            <p:nvPr/>
          </p:nvSpPr>
          <p:spPr>
            <a:xfrm>
              <a:off x="6638275" y="4096100"/>
              <a:ext cx="31750" cy="30550"/>
            </a:xfrm>
            <a:custGeom>
              <a:avLst/>
              <a:rect l="l" t="t" r="r" b="b"/>
              <a:pathLst>
                <a:path w="1270" h="1222">
                  <a:moveTo>
                    <a:pt x="505" y="1"/>
                  </a:moveTo>
                  <a:lnTo>
                    <a:pt x="277" y="82"/>
                  </a:lnTo>
                  <a:lnTo>
                    <a:pt x="98" y="245"/>
                  </a:lnTo>
                  <a:lnTo>
                    <a:pt x="1" y="473"/>
                  </a:lnTo>
                  <a:lnTo>
                    <a:pt x="1" y="619"/>
                  </a:lnTo>
                  <a:lnTo>
                    <a:pt x="1" y="766"/>
                  </a:lnTo>
                  <a:lnTo>
                    <a:pt x="115" y="993"/>
                  </a:lnTo>
                  <a:lnTo>
                    <a:pt x="294" y="1140"/>
                  </a:lnTo>
                  <a:lnTo>
                    <a:pt x="521" y="1221"/>
                  </a:lnTo>
                  <a:lnTo>
                    <a:pt x="765" y="1205"/>
                  </a:lnTo>
                  <a:lnTo>
                    <a:pt x="977" y="1140"/>
                  </a:lnTo>
                  <a:lnTo>
                    <a:pt x="1156" y="977"/>
                  </a:lnTo>
                  <a:lnTo>
                    <a:pt x="1254" y="749"/>
                  </a:lnTo>
                  <a:lnTo>
                    <a:pt x="1270" y="603"/>
                  </a:lnTo>
                  <a:lnTo>
                    <a:pt x="1254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247;p3"/>
            <p:cNvSpPr/>
            <p:nvPr/>
          </p:nvSpPr>
          <p:spPr>
            <a:xfrm>
              <a:off x="6169801" y="3833755"/>
              <a:ext cx="28500" cy="26450"/>
            </a:xfrm>
            <a:custGeom>
              <a:avLst/>
              <a:rect l="l" t="t" r="r" b="b"/>
              <a:pathLst>
                <a:path w="1140" h="1058">
                  <a:moveTo>
                    <a:pt x="343" y="0"/>
                  </a:moveTo>
                  <a:lnTo>
                    <a:pt x="99" y="196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9" y="879"/>
                  </a:lnTo>
                  <a:lnTo>
                    <a:pt x="359" y="1058"/>
                  </a:lnTo>
                  <a:lnTo>
                    <a:pt x="782" y="1058"/>
                  </a:lnTo>
                  <a:lnTo>
                    <a:pt x="1042" y="863"/>
                  </a:lnTo>
                  <a:lnTo>
                    <a:pt x="1124" y="651"/>
                  </a:lnTo>
                  <a:lnTo>
                    <a:pt x="1140" y="521"/>
                  </a:lnTo>
                  <a:lnTo>
                    <a:pt x="1124" y="391"/>
                  </a:lnTo>
                  <a:lnTo>
                    <a:pt x="1026" y="179"/>
                  </a:lnTo>
                  <a:lnTo>
                    <a:pt x="766" y="0"/>
                  </a:lnTo>
                  <a:lnTo>
                    <a:pt x="3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248;p3"/>
            <p:cNvSpPr/>
            <p:nvPr/>
          </p:nvSpPr>
          <p:spPr>
            <a:xfrm>
              <a:off x="6221622" y="3719206"/>
              <a:ext cx="41125" cy="39475"/>
            </a:xfrm>
            <a:custGeom>
              <a:avLst/>
              <a:rect l="l" t="t" r="r" b="b"/>
              <a:pathLst>
                <a:path w="1645" h="1579">
                  <a:moveTo>
                    <a:pt x="652" y="0"/>
                  </a:moveTo>
                  <a:lnTo>
                    <a:pt x="359" y="98"/>
                  </a:lnTo>
                  <a:lnTo>
                    <a:pt x="131" y="310"/>
                  </a:lnTo>
                  <a:lnTo>
                    <a:pt x="1" y="602"/>
                  </a:lnTo>
                  <a:lnTo>
                    <a:pt x="1" y="798"/>
                  </a:lnTo>
                  <a:lnTo>
                    <a:pt x="17" y="993"/>
                  </a:lnTo>
                  <a:lnTo>
                    <a:pt x="147" y="1286"/>
                  </a:lnTo>
                  <a:lnTo>
                    <a:pt x="391" y="1481"/>
                  </a:lnTo>
                  <a:lnTo>
                    <a:pt x="668" y="1579"/>
                  </a:lnTo>
                  <a:lnTo>
                    <a:pt x="977" y="1579"/>
                  </a:lnTo>
                  <a:lnTo>
                    <a:pt x="1270" y="1465"/>
                  </a:lnTo>
                  <a:lnTo>
                    <a:pt x="1498" y="1270"/>
                  </a:lnTo>
                  <a:lnTo>
                    <a:pt x="1628" y="960"/>
                  </a:lnTo>
                  <a:lnTo>
                    <a:pt x="1644" y="781"/>
                  </a:lnTo>
                  <a:lnTo>
                    <a:pt x="1628" y="586"/>
                  </a:lnTo>
                  <a:lnTo>
                    <a:pt x="1498" y="293"/>
                  </a:lnTo>
                  <a:lnTo>
                    <a:pt x="1254" y="98"/>
                  </a:lnTo>
                  <a:lnTo>
                    <a:pt x="961" y="0"/>
                  </a:lnTo>
                  <a:lnTo>
                    <a:pt x="65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250;p3"/>
            <p:cNvSpPr/>
            <p:nvPr/>
          </p:nvSpPr>
          <p:spPr>
            <a:xfrm>
              <a:off x="6339300" y="3769875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251;p3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252;p3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253;p3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255;p3"/>
            <p:cNvSpPr/>
            <p:nvPr/>
          </p:nvSpPr>
          <p:spPr>
            <a:xfrm>
              <a:off x="6293350" y="392607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60" y="1"/>
                  </a:moveTo>
                  <a:lnTo>
                    <a:pt x="65" y="147"/>
                  </a:lnTo>
                  <a:lnTo>
                    <a:pt x="0" y="310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1" y="668"/>
                  </a:lnTo>
                  <a:lnTo>
                    <a:pt x="277" y="798"/>
                  </a:lnTo>
                  <a:lnTo>
                    <a:pt x="602" y="798"/>
                  </a:lnTo>
                  <a:lnTo>
                    <a:pt x="781" y="651"/>
                  </a:lnTo>
                  <a:lnTo>
                    <a:pt x="862" y="489"/>
                  </a:lnTo>
                  <a:lnTo>
                    <a:pt x="862" y="391"/>
                  </a:lnTo>
                  <a:lnTo>
                    <a:pt x="862" y="293"/>
                  </a:lnTo>
                  <a:lnTo>
                    <a:pt x="781" y="131"/>
                  </a:lnTo>
                  <a:lnTo>
                    <a:pt x="586" y="1"/>
                  </a:lnTo>
                  <a:lnTo>
                    <a:pt x="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" name="Групиране 62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64" name="Свободна форма: фигура 63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5" name="Свободна форма: фигура 64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6" name="Свободна форма: фигура 65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7" name="Свободна форма: фигура 66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8" name="Свободна форма: фигура 67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grpSp>
        <p:nvGrpSpPr>
          <p:cNvPr id="69" name="Графика 100"/>
          <p:cNvGrpSpPr/>
          <p:nvPr/>
        </p:nvGrpSpPr>
        <p:grpSpPr>
          <a:xfrm>
            <a:off x="0" y="0"/>
            <a:ext cx="1936903" cy="1188866"/>
            <a:chOff x="0" y="0"/>
            <a:chExt cx="1936903" cy="1188866"/>
          </a:xfrm>
          <a:solidFill>
            <a:schemeClr val="accent2">
              <a:lumMod val="75000"/>
            </a:schemeClr>
          </a:solidFill>
        </p:grpSpPr>
        <p:sp>
          <p:nvSpPr>
            <p:cNvPr id="70" name="Свободна форма: фигура 69"/>
            <p:cNvSpPr/>
            <p:nvPr/>
          </p:nvSpPr>
          <p:spPr>
            <a:xfrm>
              <a:off x="1200106" y="565710"/>
              <a:ext cx="78675" cy="109895"/>
            </a:xfrm>
            <a:custGeom>
              <a:avLst/>
              <a:rect l="l" t="t" r="r" b="b"/>
              <a:pathLst>
                <a:path w="78675" h="109895">
                  <a:moveTo>
                    <a:pt x="51201" y="7493"/>
                  </a:moveTo>
                  <a:lnTo>
                    <a:pt x="36216" y="0"/>
                  </a:lnTo>
                  <a:lnTo>
                    <a:pt x="22479" y="3746"/>
                  </a:lnTo>
                  <a:lnTo>
                    <a:pt x="6244" y="21230"/>
                  </a:lnTo>
                  <a:lnTo>
                    <a:pt x="0" y="46206"/>
                  </a:lnTo>
                  <a:lnTo>
                    <a:pt x="8742" y="71182"/>
                  </a:lnTo>
                  <a:lnTo>
                    <a:pt x="19981" y="82421"/>
                  </a:lnTo>
                  <a:lnTo>
                    <a:pt x="32469" y="109895"/>
                  </a:lnTo>
                  <a:lnTo>
                    <a:pt x="52450" y="93661"/>
                  </a:lnTo>
                  <a:lnTo>
                    <a:pt x="77426" y="56196"/>
                  </a:lnTo>
                  <a:lnTo>
                    <a:pt x="78675" y="39962"/>
                  </a:lnTo>
                  <a:lnTo>
                    <a:pt x="69933" y="22479"/>
                  </a:lnTo>
                  <a:lnTo>
                    <a:pt x="51201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1" name="Свободна форма: фигура 70"/>
            <p:cNvSpPr/>
            <p:nvPr/>
          </p:nvSpPr>
          <p:spPr>
            <a:xfrm>
              <a:off x="0" y="318446"/>
              <a:ext cx="753032" cy="624404"/>
            </a:xfrm>
            <a:custGeom>
              <a:avLst/>
              <a:rect l="l" t="t" r="r" b="b"/>
              <a:pathLst>
                <a:path w="753032" h="624404">
                  <a:moveTo>
                    <a:pt x="704329" y="258504"/>
                  </a:moveTo>
                  <a:lnTo>
                    <a:pt x="681850" y="193565"/>
                  </a:lnTo>
                  <a:lnTo>
                    <a:pt x="663118" y="127379"/>
                  </a:lnTo>
                  <a:lnTo>
                    <a:pt x="659372" y="96158"/>
                  </a:lnTo>
                  <a:lnTo>
                    <a:pt x="579448" y="0"/>
                  </a:lnTo>
                  <a:lnTo>
                    <a:pt x="580697" y="22479"/>
                  </a:lnTo>
                  <a:lnTo>
                    <a:pt x="565711" y="48704"/>
                  </a:lnTo>
                  <a:lnTo>
                    <a:pt x="519505" y="68685"/>
                  </a:lnTo>
                  <a:lnTo>
                    <a:pt x="489533" y="79924"/>
                  </a:lnTo>
                  <a:lnTo>
                    <a:pt x="480792" y="72431"/>
                  </a:lnTo>
                  <a:lnTo>
                    <a:pt x="478294" y="56196"/>
                  </a:lnTo>
                  <a:lnTo>
                    <a:pt x="478294" y="37464"/>
                  </a:lnTo>
                  <a:lnTo>
                    <a:pt x="467055" y="24976"/>
                  </a:lnTo>
                  <a:lnTo>
                    <a:pt x="450820" y="22479"/>
                  </a:lnTo>
                  <a:lnTo>
                    <a:pt x="467055" y="52450"/>
                  </a:lnTo>
                  <a:lnTo>
                    <a:pt x="475796" y="79924"/>
                  </a:lnTo>
                  <a:lnTo>
                    <a:pt x="457064" y="72431"/>
                  </a:lnTo>
                  <a:lnTo>
                    <a:pt x="423347" y="43708"/>
                  </a:lnTo>
                  <a:lnTo>
                    <a:pt x="390877" y="19981"/>
                  </a:lnTo>
                  <a:lnTo>
                    <a:pt x="365901" y="17483"/>
                  </a:lnTo>
                  <a:lnTo>
                    <a:pt x="347169" y="26225"/>
                  </a:lnTo>
                  <a:lnTo>
                    <a:pt x="337179" y="34967"/>
                  </a:lnTo>
                  <a:lnTo>
                    <a:pt x="345920" y="98656"/>
                  </a:lnTo>
                  <a:lnTo>
                    <a:pt x="299714" y="118637"/>
                  </a:lnTo>
                  <a:lnTo>
                    <a:pt x="196063" y="141115"/>
                  </a:lnTo>
                  <a:lnTo>
                    <a:pt x="146111" y="151106"/>
                  </a:lnTo>
                  <a:lnTo>
                    <a:pt x="96158" y="162345"/>
                  </a:lnTo>
                  <a:lnTo>
                    <a:pt x="47455" y="178580"/>
                  </a:lnTo>
                  <a:lnTo>
                    <a:pt x="26225" y="188570"/>
                  </a:lnTo>
                  <a:lnTo>
                    <a:pt x="0" y="207302"/>
                  </a:lnTo>
                  <a:lnTo>
                    <a:pt x="0" y="571955"/>
                  </a:lnTo>
                  <a:lnTo>
                    <a:pt x="16235" y="580696"/>
                  </a:lnTo>
                  <a:lnTo>
                    <a:pt x="18732" y="563213"/>
                  </a:lnTo>
                  <a:lnTo>
                    <a:pt x="34967" y="539486"/>
                  </a:lnTo>
                  <a:lnTo>
                    <a:pt x="48704" y="533242"/>
                  </a:lnTo>
                  <a:lnTo>
                    <a:pt x="74929" y="523251"/>
                  </a:lnTo>
                  <a:lnTo>
                    <a:pt x="102402" y="515758"/>
                  </a:lnTo>
                  <a:lnTo>
                    <a:pt x="113642" y="525749"/>
                  </a:lnTo>
                  <a:lnTo>
                    <a:pt x="132374" y="535739"/>
                  </a:lnTo>
                  <a:lnTo>
                    <a:pt x="143613" y="548227"/>
                  </a:lnTo>
                  <a:lnTo>
                    <a:pt x="147360" y="558218"/>
                  </a:lnTo>
                  <a:lnTo>
                    <a:pt x="137369" y="558218"/>
                  </a:lnTo>
                  <a:lnTo>
                    <a:pt x="124881" y="565711"/>
                  </a:lnTo>
                  <a:lnTo>
                    <a:pt x="112393" y="585692"/>
                  </a:lnTo>
                  <a:lnTo>
                    <a:pt x="101154" y="600677"/>
                  </a:lnTo>
                  <a:lnTo>
                    <a:pt x="108646" y="611917"/>
                  </a:lnTo>
                  <a:lnTo>
                    <a:pt x="123632" y="624405"/>
                  </a:lnTo>
                  <a:lnTo>
                    <a:pt x="139867" y="623156"/>
                  </a:lnTo>
                  <a:lnTo>
                    <a:pt x="162345" y="580696"/>
                  </a:lnTo>
                  <a:lnTo>
                    <a:pt x="183575" y="556969"/>
                  </a:lnTo>
                  <a:lnTo>
                    <a:pt x="144862" y="525749"/>
                  </a:lnTo>
                  <a:lnTo>
                    <a:pt x="156101" y="519505"/>
                  </a:lnTo>
                  <a:lnTo>
                    <a:pt x="173585" y="499524"/>
                  </a:lnTo>
                  <a:lnTo>
                    <a:pt x="193566" y="458313"/>
                  </a:lnTo>
                  <a:lnTo>
                    <a:pt x="207302" y="430839"/>
                  </a:lnTo>
                  <a:lnTo>
                    <a:pt x="221039" y="403365"/>
                  </a:lnTo>
                  <a:lnTo>
                    <a:pt x="251011" y="382136"/>
                  </a:lnTo>
                  <a:lnTo>
                    <a:pt x="275987" y="382136"/>
                  </a:lnTo>
                  <a:lnTo>
                    <a:pt x="292221" y="388380"/>
                  </a:lnTo>
                  <a:lnTo>
                    <a:pt x="287226" y="477045"/>
                  </a:lnTo>
                  <a:lnTo>
                    <a:pt x="300963" y="475796"/>
                  </a:lnTo>
                  <a:lnTo>
                    <a:pt x="327188" y="464557"/>
                  </a:lnTo>
                  <a:lnTo>
                    <a:pt x="362155" y="438332"/>
                  </a:lnTo>
                  <a:lnTo>
                    <a:pt x="383385" y="418351"/>
                  </a:lnTo>
                  <a:lnTo>
                    <a:pt x="404614" y="399619"/>
                  </a:lnTo>
                  <a:lnTo>
                    <a:pt x="439581" y="388380"/>
                  </a:lnTo>
                  <a:lnTo>
                    <a:pt x="470801" y="394624"/>
                  </a:lnTo>
                  <a:lnTo>
                    <a:pt x="488285" y="403365"/>
                  </a:lnTo>
                  <a:lnTo>
                    <a:pt x="474548" y="418351"/>
                  </a:lnTo>
                  <a:lnTo>
                    <a:pt x="438332" y="438332"/>
                  </a:lnTo>
                  <a:lnTo>
                    <a:pt x="412107" y="452069"/>
                  </a:lnTo>
                  <a:lnTo>
                    <a:pt x="400868" y="465806"/>
                  </a:lnTo>
                  <a:lnTo>
                    <a:pt x="398370" y="483289"/>
                  </a:lnTo>
                  <a:lnTo>
                    <a:pt x="404614" y="507017"/>
                  </a:lnTo>
                  <a:lnTo>
                    <a:pt x="413356" y="523251"/>
                  </a:lnTo>
                  <a:lnTo>
                    <a:pt x="425844" y="538237"/>
                  </a:lnTo>
                  <a:lnTo>
                    <a:pt x="452069" y="549476"/>
                  </a:lnTo>
                  <a:lnTo>
                    <a:pt x="479543" y="540735"/>
                  </a:lnTo>
                  <a:lnTo>
                    <a:pt x="498275" y="522002"/>
                  </a:lnTo>
                  <a:lnTo>
                    <a:pt x="504519" y="510763"/>
                  </a:lnTo>
                  <a:lnTo>
                    <a:pt x="514510" y="487036"/>
                  </a:lnTo>
                  <a:lnTo>
                    <a:pt x="544481" y="457064"/>
                  </a:lnTo>
                  <a:lnTo>
                    <a:pt x="601926" y="440830"/>
                  </a:lnTo>
                  <a:lnTo>
                    <a:pt x="644386" y="439581"/>
                  </a:lnTo>
                  <a:lnTo>
                    <a:pt x="665616" y="438332"/>
                  </a:lnTo>
                  <a:lnTo>
                    <a:pt x="703080" y="430839"/>
                  </a:lnTo>
                  <a:lnTo>
                    <a:pt x="733051" y="410858"/>
                  </a:lnTo>
                  <a:lnTo>
                    <a:pt x="750535" y="370896"/>
                  </a:lnTo>
                  <a:lnTo>
                    <a:pt x="753032" y="340925"/>
                  </a:lnTo>
                  <a:lnTo>
                    <a:pt x="735549" y="315949"/>
                  </a:lnTo>
                  <a:lnTo>
                    <a:pt x="704329" y="258504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2" name="Свободна форма: фигура 71"/>
            <p:cNvSpPr/>
            <p:nvPr/>
          </p:nvSpPr>
          <p:spPr>
            <a:xfrm>
              <a:off x="427092" y="825463"/>
              <a:ext cx="288475" cy="229780"/>
            </a:xfrm>
            <a:custGeom>
              <a:avLst/>
              <a:rect l="l" t="t" r="r" b="b"/>
              <a:pathLst>
                <a:path w="288475" h="229780">
                  <a:moveTo>
                    <a:pt x="242269" y="69933"/>
                  </a:moveTo>
                  <a:lnTo>
                    <a:pt x="207302" y="52450"/>
                  </a:lnTo>
                  <a:lnTo>
                    <a:pt x="164843" y="14986"/>
                  </a:lnTo>
                  <a:lnTo>
                    <a:pt x="129876" y="0"/>
                  </a:lnTo>
                  <a:lnTo>
                    <a:pt x="107398" y="3746"/>
                  </a:lnTo>
                  <a:lnTo>
                    <a:pt x="92412" y="12488"/>
                  </a:lnTo>
                  <a:lnTo>
                    <a:pt x="103651" y="26225"/>
                  </a:lnTo>
                  <a:lnTo>
                    <a:pt x="116139" y="58694"/>
                  </a:lnTo>
                  <a:lnTo>
                    <a:pt x="114891" y="92412"/>
                  </a:lnTo>
                  <a:lnTo>
                    <a:pt x="101154" y="122383"/>
                  </a:lnTo>
                  <a:lnTo>
                    <a:pt x="89914" y="133623"/>
                  </a:lnTo>
                  <a:lnTo>
                    <a:pt x="73680" y="131125"/>
                  </a:lnTo>
                  <a:lnTo>
                    <a:pt x="49952" y="134871"/>
                  </a:lnTo>
                  <a:lnTo>
                    <a:pt x="19981" y="153604"/>
                  </a:lnTo>
                  <a:lnTo>
                    <a:pt x="1249" y="164843"/>
                  </a:lnTo>
                  <a:lnTo>
                    <a:pt x="0" y="172336"/>
                  </a:lnTo>
                  <a:lnTo>
                    <a:pt x="6244" y="196063"/>
                  </a:lnTo>
                  <a:lnTo>
                    <a:pt x="23727" y="219790"/>
                  </a:lnTo>
                  <a:lnTo>
                    <a:pt x="47455" y="229781"/>
                  </a:lnTo>
                  <a:lnTo>
                    <a:pt x="61192" y="227283"/>
                  </a:lnTo>
                  <a:lnTo>
                    <a:pt x="64938" y="203556"/>
                  </a:lnTo>
                  <a:lnTo>
                    <a:pt x="87417" y="172336"/>
                  </a:lnTo>
                  <a:lnTo>
                    <a:pt x="137369" y="149857"/>
                  </a:lnTo>
                  <a:lnTo>
                    <a:pt x="176082" y="143613"/>
                  </a:lnTo>
                  <a:lnTo>
                    <a:pt x="214795" y="137369"/>
                  </a:lnTo>
                  <a:lnTo>
                    <a:pt x="263499" y="116139"/>
                  </a:lnTo>
                  <a:lnTo>
                    <a:pt x="283480" y="87417"/>
                  </a:lnTo>
                  <a:lnTo>
                    <a:pt x="288475" y="63689"/>
                  </a:lnTo>
                  <a:lnTo>
                    <a:pt x="270992" y="69933"/>
                  </a:lnTo>
                  <a:lnTo>
                    <a:pt x="242269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3" name="Свободна форма: фигура 72"/>
            <p:cNvSpPr/>
            <p:nvPr/>
          </p:nvSpPr>
          <p:spPr>
            <a:xfrm>
              <a:off x="329685" y="1066483"/>
              <a:ext cx="8741" cy="11239"/>
            </a:xfrm>
            <a:custGeom>
              <a:avLst/>
              <a:rect l="l" t="t" r="r" b="b"/>
              <a:pathLst>
                <a:path w="8741" h="11239">
                  <a:moveTo>
                    <a:pt x="7493" y="11239"/>
                  </a:moveTo>
                  <a:lnTo>
                    <a:pt x="8742" y="3746"/>
                  </a:lnTo>
                  <a:lnTo>
                    <a:pt x="7493" y="0"/>
                  </a:lnTo>
                  <a:lnTo>
                    <a:pt x="0" y="9990"/>
                  </a:lnTo>
                  <a:lnTo>
                    <a:pt x="7493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4" name="Свободна форма: фигура 73"/>
            <p:cNvSpPr/>
            <p:nvPr/>
          </p:nvSpPr>
          <p:spPr>
            <a:xfrm>
              <a:off x="318446" y="912879"/>
              <a:ext cx="67435" cy="153603"/>
            </a:xfrm>
            <a:custGeom>
              <a:avLst/>
              <a:rect l="l" t="t" r="r" b="b"/>
              <a:pathLst>
                <a:path w="67435" h="153603">
                  <a:moveTo>
                    <a:pt x="54948" y="0"/>
                  </a:moveTo>
                  <a:lnTo>
                    <a:pt x="43708" y="6244"/>
                  </a:lnTo>
                  <a:lnTo>
                    <a:pt x="18732" y="27474"/>
                  </a:lnTo>
                  <a:lnTo>
                    <a:pt x="1249" y="62440"/>
                  </a:lnTo>
                  <a:lnTo>
                    <a:pt x="0" y="107398"/>
                  </a:lnTo>
                  <a:lnTo>
                    <a:pt x="9990" y="132374"/>
                  </a:lnTo>
                  <a:lnTo>
                    <a:pt x="12488" y="139867"/>
                  </a:lnTo>
                  <a:lnTo>
                    <a:pt x="18732" y="153604"/>
                  </a:lnTo>
                  <a:lnTo>
                    <a:pt x="28723" y="138618"/>
                  </a:lnTo>
                  <a:lnTo>
                    <a:pt x="62440" y="84919"/>
                  </a:lnTo>
                  <a:lnTo>
                    <a:pt x="67436" y="47455"/>
                  </a:lnTo>
                  <a:lnTo>
                    <a:pt x="62440" y="17483"/>
                  </a:lnTo>
                  <a:lnTo>
                    <a:pt x="5494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5" name="Свободна форма: фигура 74"/>
            <p:cNvSpPr/>
            <p:nvPr/>
          </p:nvSpPr>
          <p:spPr>
            <a:xfrm>
              <a:off x="229780" y="786749"/>
              <a:ext cx="41210" cy="54947"/>
            </a:xfrm>
            <a:custGeom>
              <a:avLst/>
              <a:rect l="l" t="t" r="r" b="b"/>
              <a:pathLst>
                <a:path w="41210" h="54947">
                  <a:moveTo>
                    <a:pt x="33718" y="7493"/>
                  </a:moveTo>
                  <a:lnTo>
                    <a:pt x="22479" y="0"/>
                  </a:lnTo>
                  <a:lnTo>
                    <a:pt x="9990" y="16235"/>
                  </a:lnTo>
                  <a:lnTo>
                    <a:pt x="3746" y="26225"/>
                  </a:lnTo>
                  <a:lnTo>
                    <a:pt x="0" y="53699"/>
                  </a:lnTo>
                  <a:lnTo>
                    <a:pt x="14986" y="54948"/>
                  </a:lnTo>
                  <a:lnTo>
                    <a:pt x="34967" y="49952"/>
                  </a:lnTo>
                  <a:lnTo>
                    <a:pt x="41211" y="34967"/>
                  </a:lnTo>
                  <a:lnTo>
                    <a:pt x="41211" y="23727"/>
                  </a:lnTo>
                  <a:lnTo>
                    <a:pt x="33718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6" name="Свободна форма: фигура 75"/>
            <p:cNvSpPr/>
            <p:nvPr/>
          </p:nvSpPr>
          <p:spPr>
            <a:xfrm>
              <a:off x="104900" y="1047751"/>
              <a:ext cx="67435" cy="84918"/>
            </a:xfrm>
            <a:custGeom>
              <a:avLst/>
              <a:rect l="l" t="t" r="r" b="b"/>
              <a:pathLst>
                <a:path w="67435" h="84918">
                  <a:moveTo>
                    <a:pt x="4995" y="12488"/>
                  </a:moveTo>
                  <a:lnTo>
                    <a:pt x="1249" y="18732"/>
                  </a:lnTo>
                  <a:lnTo>
                    <a:pt x="0" y="29971"/>
                  </a:lnTo>
                  <a:lnTo>
                    <a:pt x="12488" y="44957"/>
                  </a:lnTo>
                  <a:lnTo>
                    <a:pt x="38713" y="58694"/>
                  </a:lnTo>
                  <a:lnTo>
                    <a:pt x="46206" y="71182"/>
                  </a:lnTo>
                  <a:lnTo>
                    <a:pt x="42460" y="81173"/>
                  </a:lnTo>
                  <a:lnTo>
                    <a:pt x="34967" y="84919"/>
                  </a:lnTo>
                  <a:lnTo>
                    <a:pt x="67436" y="81173"/>
                  </a:lnTo>
                  <a:lnTo>
                    <a:pt x="38713" y="0"/>
                  </a:lnTo>
                  <a:lnTo>
                    <a:pt x="4995" y="1248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7" name="Свободна форма: фигура 76"/>
            <p:cNvSpPr/>
            <p:nvPr/>
          </p:nvSpPr>
          <p:spPr>
            <a:xfrm>
              <a:off x="31220" y="1146407"/>
              <a:ext cx="48703" cy="42459"/>
            </a:xfrm>
            <a:custGeom>
              <a:avLst/>
              <a:rect l="l" t="t" r="r" b="b"/>
              <a:pathLst>
                <a:path w="48703" h="42459">
                  <a:moveTo>
                    <a:pt x="9990" y="2498"/>
                  </a:moveTo>
                  <a:lnTo>
                    <a:pt x="0" y="17483"/>
                  </a:lnTo>
                  <a:lnTo>
                    <a:pt x="24976" y="41211"/>
                  </a:lnTo>
                  <a:lnTo>
                    <a:pt x="29971" y="42459"/>
                  </a:lnTo>
                  <a:lnTo>
                    <a:pt x="34967" y="36215"/>
                  </a:lnTo>
                  <a:lnTo>
                    <a:pt x="39962" y="16234"/>
                  </a:lnTo>
                  <a:lnTo>
                    <a:pt x="48704" y="7493"/>
                  </a:lnTo>
                  <a:lnTo>
                    <a:pt x="34967" y="0"/>
                  </a:lnTo>
                  <a:lnTo>
                    <a:pt x="9990" y="249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8" name="Свободна форма: фигура 77"/>
            <p:cNvSpPr/>
            <p:nvPr/>
          </p:nvSpPr>
          <p:spPr>
            <a:xfrm>
              <a:off x="33717" y="956588"/>
              <a:ext cx="27473" cy="53698"/>
            </a:xfrm>
            <a:custGeom>
              <a:avLst/>
              <a:rect l="l" t="t" r="r" b="b"/>
              <a:pathLst>
                <a:path w="27473" h="53698">
                  <a:moveTo>
                    <a:pt x="8742" y="53699"/>
                  </a:moveTo>
                  <a:lnTo>
                    <a:pt x="13737" y="53699"/>
                  </a:lnTo>
                  <a:lnTo>
                    <a:pt x="22479" y="43708"/>
                  </a:lnTo>
                  <a:lnTo>
                    <a:pt x="27474" y="21230"/>
                  </a:lnTo>
                  <a:lnTo>
                    <a:pt x="23727" y="3746"/>
                  </a:lnTo>
                  <a:lnTo>
                    <a:pt x="14986" y="2498"/>
                  </a:lnTo>
                  <a:lnTo>
                    <a:pt x="6244" y="0"/>
                  </a:lnTo>
                  <a:lnTo>
                    <a:pt x="0" y="6244"/>
                  </a:lnTo>
                  <a:lnTo>
                    <a:pt x="4995" y="32469"/>
                  </a:lnTo>
                  <a:lnTo>
                    <a:pt x="4995" y="51201"/>
                  </a:lnTo>
                  <a:lnTo>
                    <a:pt x="8742" y="5369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9" name="Свободна форма: фигура 78"/>
            <p:cNvSpPr/>
            <p:nvPr/>
          </p:nvSpPr>
          <p:spPr>
            <a:xfrm>
              <a:off x="1532289" y="397121"/>
              <a:ext cx="59942" cy="29971"/>
            </a:xfrm>
            <a:custGeom>
              <a:avLst/>
              <a:rect l="l" t="t" r="r" b="b"/>
              <a:pathLst>
                <a:path w="59942" h="29971">
                  <a:moveTo>
                    <a:pt x="33718" y="0"/>
                  </a:moveTo>
                  <a:lnTo>
                    <a:pt x="9991" y="4995"/>
                  </a:lnTo>
                  <a:lnTo>
                    <a:pt x="1249" y="16235"/>
                  </a:lnTo>
                  <a:lnTo>
                    <a:pt x="0" y="27474"/>
                  </a:lnTo>
                  <a:lnTo>
                    <a:pt x="59943" y="29971"/>
                  </a:lnTo>
                  <a:lnTo>
                    <a:pt x="52450" y="4995"/>
                  </a:lnTo>
                  <a:lnTo>
                    <a:pt x="3371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0" name="Свободна форма: фигура 79"/>
            <p:cNvSpPr/>
            <p:nvPr/>
          </p:nvSpPr>
          <p:spPr>
            <a:xfrm>
              <a:off x="1305006" y="445824"/>
              <a:ext cx="212297" cy="164842"/>
            </a:xfrm>
            <a:custGeom>
              <a:avLst/>
              <a:rect l="l" t="t" r="r" b="b"/>
              <a:pathLst>
                <a:path w="212297" h="164842">
                  <a:moveTo>
                    <a:pt x="144862" y="11239"/>
                  </a:moveTo>
                  <a:lnTo>
                    <a:pt x="106149" y="21230"/>
                  </a:lnTo>
                  <a:lnTo>
                    <a:pt x="84919" y="23727"/>
                  </a:lnTo>
                  <a:lnTo>
                    <a:pt x="62440" y="27474"/>
                  </a:lnTo>
                  <a:lnTo>
                    <a:pt x="26225" y="41211"/>
                  </a:lnTo>
                  <a:lnTo>
                    <a:pt x="13737" y="53699"/>
                  </a:lnTo>
                  <a:lnTo>
                    <a:pt x="13737" y="76177"/>
                  </a:lnTo>
                  <a:lnTo>
                    <a:pt x="4995" y="104900"/>
                  </a:lnTo>
                  <a:lnTo>
                    <a:pt x="0" y="123632"/>
                  </a:lnTo>
                  <a:lnTo>
                    <a:pt x="13737" y="147360"/>
                  </a:lnTo>
                  <a:lnTo>
                    <a:pt x="34967" y="164843"/>
                  </a:lnTo>
                  <a:lnTo>
                    <a:pt x="64938" y="157350"/>
                  </a:lnTo>
                  <a:lnTo>
                    <a:pt x="119886" y="131125"/>
                  </a:lnTo>
                  <a:lnTo>
                    <a:pt x="142364" y="109895"/>
                  </a:lnTo>
                  <a:lnTo>
                    <a:pt x="163594" y="89914"/>
                  </a:lnTo>
                  <a:lnTo>
                    <a:pt x="197312" y="42459"/>
                  </a:lnTo>
                  <a:lnTo>
                    <a:pt x="212298" y="17483"/>
                  </a:lnTo>
                  <a:lnTo>
                    <a:pt x="159848" y="0"/>
                  </a:lnTo>
                  <a:lnTo>
                    <a:pt x="144862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1" name="Свободна форма: фигура 80"/>
            <p:cNvSpPr/>
            <p:nvPr/>
          </p:nvSpPr>
          <p:spPr>
            <a:xfrm>
              <a:off x="693089" y="0"/>
              <a:ext cx="1243814" cy="871669"/>
            </a:xfrm>
            <a:custGeom>
              <a:avLst/>
              <a:rect l="l" t="t" r="r" b="b"/>
              <a:pathLst>
                <a:path w="1243814" h="871669">
                  <a:moveTo>
                    <a:pt x="1230078" y="69933"/>
                  </a:moveTo>
                  <a:lnTo>
                    <a:pt x="1210097" y="2498"/>
                  </a:lnTo>
                  <a:lnTo>
                    <a:pt x="543232" y="2498"/>
                  </a:lnTo>
                  <a:lnTo>
                    <a:pt x="543232" y="8742"/>
                  </a:lnTo>
                  <a:lnTo>
                    <a:pt x="531993" y="24976"/>
                  </a:lnTo>
                  <a:lnTo>
                    <a:pt x="519505" y="32469"/>
                  </a:lnTo>
                  <a:lnTo>
                    <a:pt x="479543" y="14986"/>
                  </a:lnTo>
                  <a:lnTo>
                    <a:pt x="459562" y="2498"/>
                  </a:lnTo>
                  <a:lnTo>
                    <a:pt x="393375" y="2498"/>
                  </a:lnTo>
                  <a:lnTo>
                    <a:pt x="417102" y="16235"/>
                  </a:lnTo>
                  <a:lnTo>
                    <a:pt x="432088" y="37464"/>
                  </a:lnTo>
                  <a:lnTo>
                    <a:pt x="437083" y="51201"/>
                  </a:lnTo>
                  <a:lnTo>
                    <a:pt x="427093" y="59943"/>
                  </a:lnTo>
                  <a:lnTo>
                    <a:pt x="405863" y="66187"/>
                  </a:lnTo>
                  <a:lnTo>
                    <a:pt x="375892" y="51201"/>
                  </a:lnTo>
                  <a:lnTo>
                    <a:pt x="334681" y="16235"/>
                  </a:lnTo>
                  <a:lnTo>
                    <a:pt x="307207" y="2498"/>
                  </a:lnTo>
                  <a:lnTo>
                    <a:pt x="303461" y="0"/>
                  </a:lnTo>
                  <a:lnTo>
                    <a:pt x="289724" y="2498"/>
                  </a:lnTo>
                  <a:lnTo>
                    <a:pt x="283480" y="2498"/>
                  </a:lnTo>
                  <a:lnTo>
                    <a:pt x="273489" y="9990"/>
                  </a:lnTo>
                  <a:lnTo>
                    <a:pt x="253508" y="21230"/>
                  </a:lnTo>
                  <a:lnTo>
                    <a:pt x="207302" y="49952"/>
                  </a:lnTo>
                  <a:lnTo>
                    <a:pt x="191068" y="66187"/>
                  </a:lnTo>
                  <a:lnTo>
                    <a:pt x="183575" y="77426"/>
                  </a:lnTo>
                  <a:lnTo>
                    <a:pt x="178580" y="101154"/>
                  </a:lnTo>
                  <a:lnTo>
                    <a:pt x="189819" y="129876"/>
                  </a:lnTo>
                  <a:lnTo>
                    <a:pt x="216044" y="163594"/>
                  </a:lnTo>
                  <a:lnTo>
                    <a:pt x="237274" y="184824"/>
                  </a:lnTo>
                  <a:lnTo>
                    <a:pt x="228532" y="186073"/>
                  </a:lnTo>
                  <a:lnTo>
                    <a:pt x="213546" y="198561"/>
                  </a:lnTo>
                  <a:lnTo>
                    <a:pt x="202307" y="226035"/>
                  </a:lnTo>
                  <a:lnTo>
                    <a:pt x="197312" y="249762"/>
                  </a:lnTo>
                  <a:lnTo>
                    <a:pt x="189819" y="270992"/>
                  </a:lnTo>
                  <a:lnTo>
                    <a:pt x="173585" y="294719"/>
                  </a:lnTo>
                  <a:lnTo>
                    <a:pt x="152355" y="300963"/>
                  </a:lnTo>
                  <a:lnTo>
                    <a:pt x="138618" y="299714"/>
                  </a:lnTo>
                  <a:lnTo>
                    <a:pt x="108646" y="268494"/>
                  </a:lnTo>
                  <a:lnTo>
                    <a:pt x="57445" y="213546"/>
                  </a:lnTo>
                  <a:lnTo>
                    <a:pt x="29971" y="197312"/>
                  </a:lnTo>
                  <a:lnTo>
                    <a:pt x="8742" y="193565"/>
                  </a:lnTo>
                  <a:lnTo>
                    <a:pt x="0" y="193565"/>
                  </a:lnTo>
                  <a:lnTo>
                    <a:pt x="24976" y="275987"/>
                  </a:lnTo>
                  <a:lnTo>
                    <a:pt x="33718" y="340925"/>
                  </a:lnTo>
                  <a:lnTo>
                    <a:pt x="19981" y="388380"/>
                  </a:lnTo>
                  <a:lnTo>
                    <a:pt x="6244" y="420849"/>
                  </a:lnTo>
                  <a:lnTo>
                    <a:pt x="18732" y="428342"/>
                  </a:lnTo>
                  <a:lnTo>
                    <a:pt x="36216" y="447074"/>
                  </a:lnTo>
                  <a:lnTo>
                    <a:pt x="48704" y="480792"/>
                  </a:lnTo>
                  <a:lnTo>
                    <a:pt x="57445" y="529495"/>
                  </a:lnTo>
                  <a:lnTo>
                    <a:pt x="76177" y="556969"/>
                  </a:lnTo>
                  <a:lnTo>
                    <a:pt x="99905" y="564462"/>
                  </a:lnTo>
                  <a:lnTo>
                    <a:pt x="114890" y="565711"/>
                  </a:lnTo>
                  <a:lnTo>
                    <a:pt x="106149" y="565711"/>
                  </a:lnTo>
                  <a:lnTo>
                    <a:pt x="96158" y="569457"/>
                  </a:lnTo>
                  <a:lnTo>
                    <a:pt x="89914" y="584443"/>
                  </a:lnTo>
                  <a:lnTo>
                    <a:pt x="93661" y="611917"/>
                  </a:lnTo>
                  <a:lnTo>
                    <a:pt x="96158" y="624405"/>
                  </a:lnTo>
                  <a:lnTo>
                    <a:pt x="92412" y="629400"/>
                  </a:lnTo>
                  <a:lnTo>
                    <a:pt x="88665" y="628151"/>
                  </a:lnTo>
                  <a:lnTo>
                    <a:pt x="101154" y="643137"/>
                  </a:lnTo>
                  <a:lnTo>
                    <a:pt x="126130" y="655625"/>
                  </a:lnTo>
                  <a:lnTo>
                    <a:pt x="168589" y="654376"/>
                  </a:lnTo>
                  <a:lnTo>
                    <a:pt x="194814" y="645635"/>
                  </a:lnTo>
                  <a:lnTo>
                    <a:pt x="207302" y="643137"/>
                  </a:lnTo>
                  <a:lnTo>
                    <a:pt x="229781" y="641888"/>
                  </a:lnTo>
                  <a:lnTo>
                    <a:pt x="244767" y="653127"/>
                  </a:lnTo>
                  <a:lnTo>
                    <a:pt x="253508" y="683099"/>
                  </a:lnTo>
                  <a:lnTo>
                    <a:pt x="252260" y="709324"/>
                  </a:lnTo>
                  <a:lnTo>
                    <a:pt x="253508" y="724310"/>
                  </a:lnTo>
                  <a:lnTo>
                    <a:pt x="242269" y="744290"/>
                  </a:lnTo>
                  <a:lnTo>
                    <a:pt x="214795" y="759276"/>
                  </a:lnTo>
                  <a:lnTo>
                    <a:pt x="169838" y="764271"/>
                  </a:lnTo>
                  <a:lnTo>
                    <a:pt x="146111" y="776760"/>
                  </a:lnTo>
                  <a:lnTo>
                    <a:pt x="139867" y="795492"/>
                  </a:lnTo>
                  <a:lnTo>
                    <a:pt x="141116" y="809229"/>
                  </a:lnTo>
                  <a:lnTo>
                    <a:pt x="149857" y="827961"/>
                  </a:lnTo>
                  <a:lnTo>
                    <a:pt x="169838" y="854186"/>
                  </a:lnTo>
                  <a:lnTo>
                    <a:pt x="193566" y="869171"/>
                  </a:lnTo>
                  <a:lnTo>
                    <a:pt x="218542" y="871669"/>
                  </a:lnTo>
                  <a:lnTo>
                    <a:pt x="257255" y="864176"/>
                  </a:lnTo>
                  <a:lnTo>
                    <a:pt x="303461" y="839200"/>
                  </a:lnTo>
                  <a:lnTo>
                    <a:pt x="320944" y="827961"/>
                  </a:lnTo>
                  <a:lnTo>
                    <a:pt x="335930" y="814224"/>
                  </a:lnTo>
                  <a:lnTo>
                    <a:pt x="362155" y="784252"/>
                  </a:lnTo>
                  <a:lnTo>
                    <a:pt x="360906" y="758027"/>
                  </a:lnTo>
                  <a:lnTo>
                    <a:pt x="348418" y="740544"/>
                  </a:lnTo>
                  <a:lnTo>
                    <a:pt x="364652" y="745539"/>
                  </a:lnTo>
                  <a:lnTo>
                    <a:pt x="392126" y="748037"/>
                  </a:lnTo>
                  <a:lnTo>
                    <a:pt x="414605" y="744290"/>
                  </a:lnTo>
                  <a:lnTo>
                    <a:pt x="430839" y="733051"/>
                  </a:lnTo>
                  <a:lnTo>
                    <a:pt x="447074" y="706826"/>
                  </a:lnTo>
                  <a:lnTo>
                    <a:pt x="459562" y="659371"/>
                  </a:lnTo>
                  <a:lnTo>
                    <a:pt x="462060" y="633146"/>
                  </a:lnTo>
                  <a:lnTo>
                    <a:pt x="467055" y="606921"/>
                  </a:lnTo>
                  <a:lnTo>
                    <a:pt x="474548" y="558218"/>
                  </a:lnTo>
                  <a:lnTo>
                    <a:pt x="488285" y="530744"/>
                  </a:lnTo>
                  <a:lnTo>
                    <a:pt x="502021" y="517007"/>
                  </a:lnTo>
                  <a:lnTo>
                    <a:pt x="519505" y="508265"/>
                  </a:lnTo>
                  <a:lnTo>
                    <a:pt x="543232" y="509514"/>
                  </a:lnTo>
                  <a:lnTo>
                    <a:pt x="558218" y="512012"/>
                  </a:lnTo>
                  <a:lnTo>
                    <a:pt x="560716" y="497026"/>
                  </a:lnTo>
                  <a:lnTo>
                    <a:pt x="556969" y="459562"/>
                  </a:lnTo>
                  <a:lnTo>
                    <a:pt x="550725" y="424595"/>
                  </a:lnTo>
                  <a:lnTo>
                    <a:pt x="554472" y="400868"/>
                  </a:lnTo>
                  <a:lnTo>
                    <a:pt x="564462" y="389629"/>
                  </a:lnTo>
                  <a:lnTo>
                    <a:pt x="571955" y="384633"/>
                  </a:lnTo>
                  <a:lnTo>
                    <a:pt x="580697" y="400868"/>
                  </a:lnTo>
                  <a:lnTo>
                    <a:pt x="600677" y="418351"/>
                  </a:lnTo>
                  <a:lnTo>
                    <a:pt x="619410" y="422098"/>
                  </a:lnTo>
                  <a:lnTo>
                    <a:pt x="639391" y="415854"/>
                  </a:lnTo>
                  <a:lnTo>
                    <a:pt x="648132" y="409610"/>
                  </a:lnTo>
                  <a:lnTo>
                    <a:pt x="668113" y="397121"/>
                  </a:lnTo>
                  <a:lnTo>
                    <a:pt x="696836" y="378389"/>
                  </a:lnTo>
                  <a:lnTo>
                    <a:pt x="716817" y="372145"/>
                  </a:lnTo>
                  <a:lnTo>
                    <a:pt x="725558" y="372145"/>
                  </a:lnTo>
                  <a:lnTo>
                    <a:pt x="776760" y="339676"/>
                  </a:lnTo>
                  <a:lnTo>
                    <a:pt x="849191" y="284729"/>
                  </a:lnTo>
                  <a:lnTo>
                    <a:pt x="884157" y="244767"/>
                  </a:lnTo>
                  <a:lnTo>
                    <a:pt x="895397" y="222288"/>
                  </a:lnTo>
                  <a:lnTo>
                    <a:pt x="907885" y="217293"/>
                  </a:lnTo>
                  <a:lnTo>
                    <a:pt x="937856" y="214795"/>
                  </a:lnTo>
                  <a:lnTo>
                    <a:pt x="966579" y="221039"/>
                  </a:lnTo>
                  <a:lnTo>
                    <a:pt x="977818" y="234776"/>
                  </a:lnTo>
                  <a:lnTo>
                    <a:pt x="981565" y="244767"/>
                  </a:lnTo>
                  <a:lnTo>
                    <a:pt x="980316" y="253508"/>
                  </a:lnTo>
                  <a:lnTo>
                    <a:pt x="985311" y="247264"/>
                  </a:lnTo>
                  <a:lnTo>
                    <a:pt x="991555" y="229781"/>
                  </a:lnTo>
                  <a:lnTo>
                    <a:pt x="995301" y="198561"/>
                  </a:lnTo>
                  <a:lnTo>
                    <a:pt x="996550" y="168589"/>
                  </a:lnTo>
                  <a:lnTo>
                    <a:pt x="1004043" y="154852"/>
                  </a:lnTo>
                  <a:lnTo>
                    <a:pt x="1019029" y="149857"/>
                  </a:lnTo>
                  <a:lnTo>
                    <a:pt x="1042756" y="156101"/>
                  </a:lnTo>
                  <a:lnTo>
                    <a:pt x="1061488" y="164843"/>
                  </a:lnTo>
                  <a:lnTo>
                    <a:pt x="1052747" y="181077"/>
                  </a:lnTo>
                  <a:lnTo>
                    <a:pt x="1046503" y="206054"/>
                  </a:lnTo>
                  <a:lnTo>
                    <a:pt x="1045254" y="237274"/>
                  </a:lnTo>
                  <a:lnTo>
                    <a:pt x="1040259" y="261001"/>
                  </a:lnTo>
                  <a:lnTo>
                    <a:pt x="1056493" y="265996"/>
                  </a:lnTo>
                  <a:lnTo>
                    <a:pt x="1091460" y="267245"/>
                  </a:lnTo>
                  <a:lnTo>
                    <a:pt x="1125178" y="258504"/>
                  </a:lnTo>
                  <a:lnTo>
                    <a:pt x="1151403" y="241020"/>
                  </a:lnTo>
                  <a:lnTo>
                    <a:pt x="1163891" y="228532"/>
                  </a:lnTo>
                  <a:lnTo>
                    <a:pt x="1182623" y="206054"/>
                  </a:lnTo>
                  <a:lnTo>
                    <a:pt x="1213843" y="161096"/>
                  </a:lnTo>
                  <a:lnTo>
                    <a:pt x="1232575" y="143613"/>
                  </a:lnTo>
                  <a:lnTo>
                    <a:pt x="1237571" y="146111"/>
                  </a:lnTo>
                  <a:lnTo>
                    <a:pt x="1243815" y="146111"/>
                  </a:lnTo>
                  <a:lnTo>
                    <a:pt x="1230078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82" name="Заглавие 6"/>
          <p:cNvSpPr>
            <a:spLocks noGrp="1" noEditPoints="1"/>
          </p:cNvSpPr>
          <p:nvPr>
            <p:ph type="title" hasCustomPrompt="1"/>
          </p:nvPr>
        </p:nvSpPr>
        <p:spPr>
          <a:xfrm>
            <a:off x="736599" y="2308225"/>
            <a:ext cx="6071675" cy="739775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3" name="Текстов контейнер 8"/>
          <p:cNvSpPr>
            <a:spLocks noGrp="1" noEditPoints="1"/>
          </p:cNvSpPr>
          <p:nvPr>
            <p:ph type="body" sz="quarter" idx="10" hasCustomPrompt="1"/>
          </p:nvPr>
        </p:nvSpPr>
        <p:spPr>
          <a:xfrm>
            <a:off x="736600" y="3352801"/>
            <a:ext cx="3800902" cy="229413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Текстов контейнер 10"/>
          <p:cNvSpPr>
            <a:spLocks noGrp="1" noEditPoints="1"/>
          </p:cNvSpPr>
          <p:nvPr>
            <p:ph type="body" sz="quarter" idx="11" hasCustomPrompt="1"/>
          </p:nvPr>
        </p:nvSpPr>
        <p:spPr>
          <a:xfrm>
            <a:off x="4774328" y="3352801"/>
            <a:ext cx="2033947" cy="2294132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58;p4"/>
          <p:cNvSpPr/>
          <p:nvPr userDrawn="1"/>
        </p:nvSpPr>
        <p:spPr>
          <a:xfrm rot="668520">
            <a:off x="1158170" y="1207252"/>
            <a:ext cx="10005135" cy="4656221"/>
          </a:xfrm>
          <a:custGeom>
            <a:avLst/>
            <a:rect l="l" t="t" r="r" b="b"/>
            <a:pathLst>
              <a:path w="285750" h="208940">
                <a:moveTo>
                  <a:pt x="161849" y="0"/>
                </a:moveTo>
                <a:lnTo>
                  <a:pt x="156210" y="152"/>
                </a:lnTo>
                <a:lnTo>
                  <a:pt x="150571" y="457"/>
                </a:lnTo>
                <a:lnTo>
                  <a:pt x="144932" y="1067"/>
                </a:lnTo>
                <a:lnTo>
                  <a:pt x="139294" y="1829"/>
                </a:lnTo>
                <a:lnTo>
                  <a:pt x="135941" y="2438"/>
                </a:lnTo>
                <a:lnTo>
                  <a:pt x="132740" y="3048"/>
                </a:lnTo>
                <a:lnTo>
                  <a:pt x="126340" y="4572"/>
                </a:lnTo>
                <a:lnTo>
                  <a:pt x="119939" y="6553"/>
                </a:lnTo>
                <a:lnTo>
                  <a:pt x="113690" y="8687"/>
                </a:lnTo>
                <a:lnTo>
                  <a:pt x="107442" y="11278"/>
                </a:lnTo>
                <a:lnTo>
                  <a:pt x="101346" y="14173"/>
                </a:lnTo>
                <a:lnTo>
                  <a:pt x="95402" y="17221"/>
                </a:lnTo>
                <a:lnTo>
                  <a:pt x="89459" y="20422"/>
                </a:lnTo>
                <a:lnTo>
                  <a:pt x="83515" y="24079"/>
                </a:lnTo>
                <a:lnTo>
                  <a:pt x="77876" y="27737"/>
                </a:lnTo>
                <a:lnTo>
                  <a:pt x="72238" y="31699"/>
                </a:lnTo>
                <a:lnTo>
                  <a:pt x="66751" y="35814"/>
                </a:lnTo>
                <a:lnTo>
                  <a:pt x="61417" y="39929"/>
                </a:lnTo>
                <a:lnTo>
                  <a:pt x="56236" y="44348"/>
                </a:lnTo>
                <a:lnTo>
                  <a:pt x="51054" y="48768"/>
                </a:lnTo>
                <a:lnTo>
                  <a:pt x="46177" y="53340"/>
                </a:lnTo>
                <a:lnTo>
                  <a:pt x="39167" y="59893"/>
                </a:lnTo>
                <a:lnTo>
                  <a:pt x="31547" y="67208"/>
                </a:lnTo>
                <a:lnTo>
                  <a:pt x="27737" y="71018"/>
                </a:lnTo>
                <a:lnTo>
                  <a:pt x="23927" y="75133"/>
                </a:lnTo>
                <a:lnTo>
                  <a:pt x="20117" y="79248"/>
                </a:lnTo>
                <a:lnTo>
                  <a:pt x="16612" y="83515"/>
                </a:lnTo>
                <a:lnTo>
                  <a:pt x="13259" y="87935"/>
                </a:lnTo>
                <a:lnTo>
                  <a:pt x="10058" y="92354"/>
                </a:lnTo>
                <a:lnTo>
                  <a:pt x="7315" y="96926"/>
                </a:lnTo>
                <a:lnTo>
                  <a:pt x="6096" y="99365"/>
                </a:lnTo>
                <a:lnTo>
                  <a:pt x="4877" y="101651"/>
                </a:lnTo>
                <a:lnTo>
                  <a:pt x="3810" y="104089"/>
                </a:lnTo>
                <a:lnTo>
                  <a:pt x="2896" y="106527"/>
                </a:lnTo>
                <a:lnTo>
                  <a:pt x="2134" y="108966"/>
                </a:lnTo>
                <a:lnTo>
                  <a:pt x="1372" y="111404"/>
                </a:lnTo>
                <a:lnTo>
                  <a:pt x="762" y="113843"/>
                </a:lnTo>
                <a:lnTo>
                  <a:pt x="457" y="116281"/>
                </a:lnTo>
                <a:lnTo>
                  <a:pt x="152" y="118872"/>
                </a:lnTo>
                <a:lnTo>
                  <a:pt x="0" y="121310"/>
                </a:lnTo>
                <a:lnTo>
                  <a:pt x="152" y="123596"/>
                </a:lnTo>
                <a:lnTo>
                  <a:pt x="305" y="125882"/>
                </a:lnTo>
                <a:lnTo>
                  <a:pt x="762" y="128168"/>
                </a:lnTo>
                <a:lnTo>
                  <a:pt x="1219" y="130302"/>
                </a:lnTo>
                <a:lnTo>
                  <a:pt x="1981" y="132588"/>
                </a:lnTo>
                <a:lnTo>
                  <a:pt x="2743" y="134721"/>
                </a:lnTo>
                <a:lnTo>
                  <a:pt x="3658" y="136855"/>
                </a:lnTo>
                <a:lnTo>
                  <a:pt x="4572" y="139141"/>
                </a:lnTo>
                <a:lnTo>
                  <a:pt x="5791" y="141122"/>
                </a:lnTo>
                <a:lnTo>
                  <a:pt x="7010" y="143256"/>
                </a:lnTo>
                <a:lnTo>
                  <a:pt x="9754" y="147371"/>
                </a:lnTo>
                <a:lnTo>
                  <a:pt x="12802" y="151485"/>
                </a:lnTo>
                <a:lnTo>
                  <a:pt x="16154" y="155448"/>
                </a:lnTo>
                <a:lnTo>
                  <a:pt x="19660" y="159105"/>
                </a:lnTo>
                <a:lnTo>
                  <a:pt x="23165" y="162763"/>
                </a:lnTo>
                <a:lnTo>
                  <a:pt x="26975" y="166268"/>
                </a:lnTo>
                <a:lnTo>
                  <a:pt x="30632" y="169468"/>
                </a:lnTo>
                <a:lnTo>
                  <a:pt x="34442" y="172669"/>
                </a:lnTo>
                <a:lnTo>
                  <a:pt x="38100" y="175564"/>
                </a:lnTo>
                <a:lnTo>
                  <a:pt x="44806" y="180746"/>
                </a:lnTo>
                <a:lnTo>
                  <a:pt x="49835" y="184404"/>
                </a:lnTo>
                <a:lnTo>
                  <a:pt x="55169" y="188061"/>
                </a:lnTo>
                <a:lnTo>
                  <a:pt x="60503" y="191414"/>
                </a:lnTo>
                <a:lnTo>
                  <a:pt x="65989" y="194614"/>
                </a:lnTo>
                <a:lnTo>
                  <a:pt x="71780" y="197662"/>
                </a:lnTo>
                <a:lnTo>
                  <a:pt x="77572" y="200406"/>
                </a:lnTo>
                <a:lnTo>
                  <a:pt x="83515" y="202844"/>
                </a:lnTo>
                <a:lnTo>
                  <a:pt x="86563" y="203911"/>
                </a:lnTo>
                <a:lnTo>
                  <a:pt x="89459" y="204978"/>
                </a:lnTo>
                <a:lnTo>
                  <a:pt x="92507" y="205892"/>
                </a:lnTo>
                <a:lnTo>
                  <a:pt x="95555" y="206654"/>
                </a:lnTo>
                <a:lnTo>
                  <a:pt x="98755" y="207264"/>
                </a:lnTo>
                <a:lnTo>
                  <a:pt x="101803" y="207873"/>
                </a:lnTo>
                <a:lnTo>
                  <a:pt x="105004" y="208330"/>
                </a:lnTo>
                <a:lnTo>
                  <a:pt x="108052" y="208635"/>
                </a:lnTo>
                <a:lnTo>
                  <a:pt x="111252" y="208940"/>
                </a:lnTo>
                <a:lnTo>
                  <a:pt x="117500" y="208940"/>
                </a:lnTo>
                <a:lnTo>
                  <a:pt x="120701" y="208788"/>
                </a:lnTo>
                <a:lnTo>
                  <a:pt x="123901" y="208330"/>
                </a:lnTo>
                <a:lnTo>
                  <a:pt x="127102" y="207873"/>
                </a:lnTo>
                <a:lnTo>
                  <a:pt x="130302" y="207264"/>
                </a:lnTo>
                <a:lnTo>
                  <a:pt x="133350" y="206349"/>
                </a:lnTo>
                <a:lnTo>
                  <a:pt x="136550" y="205435"/>
                </a:lnTo>
                <a:lnTo>
                  <a:pt x="139751" y="204216"/>
                </a:lnTo>
                <a:lnTo>
                  <a:pt x="146914" y="201320"/>
                </a:lnTo>
                <a:lnTo>
                  <a:pt x="154076" y="198272"/>
                </a:lnTo>
                <a:lnTo>
                  <a:pt x="161239" y="195072"/>
                </a:lnTo>
                <a:lnTo>
                  <a:pt x="168250" y="191871"/>
                </a:lnTo>
                <a:lnTo>
                  <a:pt x="175260" y="188366"/>
                </a:lnTo>
                <a:lnTo>
                  <a:pt x="182270" y="184708"/>
                </a:lnTo>
                <a:lnTo>
                  <a:pt x="189128" y="181051"/>
                </a:lnTo>
                <a:lnTo>
                  <a:pt x="195986" y="177241"/>
                </a:lnTo>
                <a:lnTo>
                  <a:pt x="202692" y="173278"/>
                </a:lnTo>
                <a:lnTo>
                  <a:pt x="209550" y="169316"/>
                </a:lnTo>
                <a:lnTo>
                  <a:pt x="222809" y="161086"/>
                </a:lnTo>
                <a:lnTo>
                  <a:pt x="236068" y="152705"/>
                </a:lnTo>
                <a:lnTo>
                  <a:pt x="249022" y="144170"/>
                </a:lnTo>
                <a:lnTo>
                  <a:pt x="253594" y="140970"/>
                </a:lnTo>
                <a:lnTo>
                  <a:pt x="257861" y="137617"/>
                </a:lnTo>
                <a:lnTo>
                  <a:pt x="261823" y="134112"/>
                </a:lnTo>
                <a:lnTo>
                  <a:pt x="265786" y="130454"/>
                </a:lnTo>
                <a:lnTo>
                  <a:pt x="269291" y="126644"/>
                </a:lnTo>
                <a:lnTo>
                  <a:pt x="272491" y="122529"/>
                </a:lnTo>
                <a:lnTo>
                  <a:pt x="275539" y="118415"/>
                </a:lnTo>
                <a:lnTo>
                  <a:pt x="276911" y="116281"/>
                </a:lnTo>
                <a:lnTo>
                  <a:pt x="278130" y="114147"/>
                </a:lnTo>
                <a:lnTo>
                  <a:pt x="279349" y="111861"/>
                </a:lnTo>
                <a:lnTo>
                  <a:pt x="280416" y="109728"/>
                </a:lnTo>
                <a:lnTo>
                  <a:pt x="281483" y="107442"/>
                </a:lnTo>
                <a:lnTo>
                  <a:pt x="282397" y="105003"/>
                </a:lnTo>
                <a:lnTo>
                  <a:pt x="283159" y="102717"/>
                </a:lnTo>
                <a:lnTo>
                  <a:pt x="283769" y="100279"/>
                </a:lnTo>
                <a:lnTo>
                  <a:pt x="284378" y="97841"/>
                </a:lnTo>
                <a:lnTo>
                  <a:pt x="284988" y="95402"/>
                </a:lnTo>
                <a:lnTo>
                  <a:pt x="285293" y="92964"/>
                </a:lnTo>
                <a:lnTo>
                  <a:pt x="285598" y="90525"/>
                </a:lnTo>
                <a:lnTo>
                  <a:pt x="285750" y="87935"/>
                </a:lnTo>
                <a:lnTo>
                  <a:pt x="285750" y="85344"/>
                </a:lnTo>
                <a:lnTo>
                  <a:pt x="285598" y="82753"/>
                </a:lnTo>
                <a:lnTo>
                  <a:pt x="285445" y="80162"/>
                </a:lnTo>
                <a:lnTo>
                  <a:pt x="285140" y="77571"/>
                </a:lnTo>
                <a:lnTo>
                  <a:pt x="284683" y="74828"/>
                </a:lnTo>
                <a:lnTo>
                  <a:pt x="284074" y="72085"/>
                </a:lnTo>
                <a:lnTo>
                  <a:pt x="283464" y="69494"/>
                </a:lnTo>
                <a:lnTo>
                  <a:pt x="282550" y="66903"/>
                </a:lnTo>
                <a:lnTo>
                  <a:pt x="281788" y="64313"/>
                </a:lnTo>
                <a:lnTo>
                  <a:pt x="280873" y="61722"/>
                </a:lnTo>
                <a:lnTo>
                  <a:pt x="279806" y="59283"/>
                </a:lnTo>
                <a:lnTo>
                  <a:pt x="278587" y="56845"/>
                </a:lnTo>
                <a:lnTo>
                  <a:pt x="277520" y="54559"/>
                </a:lnTo>
                <a:lnTo>
                  <a:pt x="276149" y="52273"/>
                </a:lnTo>
                <a:lnTo>
                  <a:pt x="274777" y="49987"/>
                </a:lnTo>
                <a:lnTo>
                  <a:pt x="273406" y="47701"/>
                </a:lnTo>
                <a:lnTo>
                  <a:pt x="271882" y="45568"/>
                </a:lnTo>
                <a:lnTo>
                  <a:pt x="268529" y="41453"/>
                </a:lnTo>
                <a:lnTo>
                  <a:pt x="265024" y="37338"/>
                </a:lnTo>
                <a:lnTo>
                  <a:pt x="261214" y="33680"/>
                </a:lnTo>
                <a:lnTo>
                  <a:pt x="257251" y="30175"/>
                </a:lnTo>
                <a:lnTo>
                  <a:pt x="252984" y="26822"/>
                </a:lnTo>
                <a:lnTo>
                  <a:pt x="248412" y="23622"/>
                </a:lnTo>
                <a:lnTo>
                  <a:pt x="243688" y="20726"/>
                </a:lnTo>
                <a:lnTo>
                  <a:pt x="238811" y="17983"/>
                </a:lnTo>
                <a:lnTo>
                  <a:pt x="233629" y="15545"/>
                </a:lnTo>
                <a:lnTo>
                  <a:pt x="228295" y="13259"/>
                </a:lnTo>
                <a:lnTo>
                  <a:pt x="222961" y="11278"/>
                </a:lnTo>
                <a:lnTo>
                  <a:pt x="217475" y="9296"/>
                </a:lnTo>
                <a:lnTo>
                  <a:pt x="211988" y="7468"/>
                </a:lnTo>
                <a:lnTo>
                  <a:pt x="206502" y="5944"/>
                </a:lnTo>
                <a:lnTo>
                  <a:pt x="200863" y="4572"/>
                </a:lnTo>
                <a:lnTo>
                  <a:pt x="195377" y="3353"/>
                </a:lnTo>
                <a:lnTo>
                  <a:pt x="189738" y="2286"/>
                </a:lnTo>
                <a:lnTo>
                  <a:pt x="184252" y="1372"/>
                </a:lnTo>
                <a:lnTo>
                  <a:pt x="178613" y="762"/>
                </a:lnTo>
                <a:lnTo>
                  <a:pt x="172974" y="305"/>
                </a:lnTo>
                <a:lnTo>
                  <a:pt x="167488" y="0"/>
                </a:lnTo>
                <a:lnTo>
                  <a:pt x="161849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75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262;p4"/>
          <p:cNvSpPr/>
          <p:nvPr userDrawn="1"/>
        </p:nvSpPr>
        <p:spPr>
          <a:xfrm rot="10800000">
            <a:off x="-1" y="0"/>
            <a:ext cx="1837548" cy="1358900"/>
          </a:xfrm>
          <a:custGeom>
            <a:avLst/>
            <a:rect l="l" t="t" r="r" b="b"/>
            <a:pathLst>
              <a:path w="42598" h="31502">
                <a:moveTo>
                  <a:pt x="42598" y="1"/>
                </a:moveTo>
                <a:lnTo>
                  <a:pt x="39213" y="33"/>
                </a:lnTo>
                <a:lnTo>
                  <a:pt x="35813" y="115"/>
                </a:lnTo>
                <a:lnTo>
                  <a:pt x="33990" y="163"/>
                </a:lnTo>
                <a:lnTo>
                  <a:pt x="31273" y="424"/>
                </a:lnTo>
                <a:lnTo>
                  <a:pt x="29500" y="765"/>
                </a:lnTo>
                <a:lnTo>
                  <a:pt x="28637" y="1026"/>
                </a:lnTo>
                <a:lnTo>
                  <a:pt x="27807" y="1319"/>
                </a:lnTo>
                <a:lnTo>
                  <a:pt x="26229" y="2035"/>
                </a:lnTo>
                <a:lnTo>
                  <a:pt x="24748" y="2913"/>
                </a:lnTo>
                <a:lnTo>
                  <a:pt x="23333" y="3922"/>
                </a:lnTo>
                <a:lnTo>
                  <a:pt x="21982" y="5028"/>
                </a:lnTo>
                <a:lnTo>
                  <a:pt x="20664" y="6232"/>
                </a:lnTo>
                <a:lnTo>
                  <a:pt x="18761" y="8136"/>
                </a:lnTo>
                <a:lnTo>
                  <a:pt x="16271" y="10739"/>
                </a:lnTo>
                <a:lnTo>
                  <a:pt x="14351" y="12611"/>
                </a:lnTo>
                <a:lnTo>
                  <a:pt x="13050" y="13798"/>
                </a:lnTo>
                <a:lnTo>
                  <a:pt x="11683" y="14889"/>
                </a:lnTo>
                <a:lnTo>
                  <a:pt x="10267" y="15865"/>
                </a:lnTo>
                <a:lnTo>
                  <a:pt x="8770" y="16711"/>
                </a:lnTo>
                <a:lnTo>
                  <a:pt x="7176" y="17378"/>
                </a:lnTo>
                <a:lnTo>
                  <a:pt x="6346" y="17638"/>
                </a:lnTo>
                <a:lnTo>
                  <a:pt x="5158" y="17947"/>
                </a:lnTo>
                <a:lnTo>
                  <a:pt x="3385" y="18403"/>
                </a:lnTo>
                <a:lnTo>
                  <a:pt x="2262" y="18842"/>
                </a:lnTo>
                <a:lnTo>
                  <a:pt x="1741" y="19152"/>
                </a:lnTo>
                <a:lnTo>
                  <a:pt x="1481" y="19330"/>
                </a:lnTo>
                <a:lnTo>
                  <a:pt x="1025" y="19737"/>
                </a:lnTo>
                <a:lnTo>
                  <a:pt x="619" y="20225"/>
                </a:lnTo>
                <a:lnTo>
                  <a:pt x="309" y="20762"/>
                </a:lnTo>
                <a:lnTo>
                  <a:pt x="98" y="21332"/>
                </a:lnTo>
                <a:lnTo>
                  <a:pt x="0" y="21918"/>
                </a:lnTo>
                <a:lnTo>
                  <a:pt x="33" y="22503"/>
                </a:lnTo>
                <a:lnTo>
                  <a:pt x="212" y="23040"/>
                </a:lnTo>
                <a:lnTo>
                  <a:pt x="375" y="23301"/>
                </a:lnTo>
                <a:lnTo>
                  <a:pt x="537" y="23528"/>
                </a:lnTo>
                <a:lnTo>
                  <a:pt x="928" y="23886"/>
                </a:lnTo>
                <a:lnTo>
                  <a:pt x="1611" y="24342"/>
                </a:lnTo>
                <a:lnTo>
                  <a:pt x="2099" y="24586"/>
                </a:lnTo>
                <a:lnTo>
                  <a:pt x="15637" y="31501"/>
                </a:lnTo>
                <a:lnTo>
                  <a:pt x="42598" y="31501"/>
                </a:lnTo>
                <a:lnTo>
                  <a:pt x="42598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" name="Google Shape;296;p4"/>
          <p:cNvGrpSpPr/>
          <p:nvPr/>
        </p:nvGrpSpPr>
        <p:grpSpPr>
          <a:xfrm rot="5400000">
            <a:off x="-127745" y="481383"/>
            <a:ext cx="2093034" cy="1614554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10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" name="Google Shape;462;p6"/>
          <p:cNvGrpSpPr/>
          <p:nvPr/>
        </p:nvGrpSpPr>
        <p:grpSpPr>
          <a:xfrm rot="13318081">
            <a:off x="10876732" y="119834"/>
            <a:ext cx="1295519" cy="772596"/>
            <a:chOff x="6229420" y="3251650"/>
            <a:chExt cx="875855" cy="522325"/>
          </a:xfrm>
          <a:solidFill>
            <a:schemeClr val="accent3">
              <a:lumMod val="25000"/>
            </a:schemeClr>
          </a:solidFill>
        </p:grpSpPr>
        <p:sp>
          <p:nvSpPr>
            <p:cNvPr id="27" name="Google Shape;463;p6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464;p6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465;p6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466;p6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467;p6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468;p6"/>
            <p:cNvSpPr/>
            <p:nvPr/>
          </p:nvSpPr>
          <p:spPr>
            <a:xfrm>
              <a:off x="6661475" y="3278500"/>
              <a:ext cx="35825" cy="34600"/>
            </a:xfrm>
            <a:custGeom>
              <a:avLst/>
              <a:rect l="l" t="t" r="r" b="b"/>
              <a:pathLst>
                <a:path w="1433" h="1384">
                  <a:moveTo>
                    <a:pt x="570" y="0"/>
                  </a:moveTo>
                  <a:lnTo>
                    <a:pt x="326" y="98"/>
                  </a:lnTo>
                  <a:lnTo>
                    <a:pt x="130" y="277"/>
                  </a:lnTo>
                  <a:lnTo>
                    <a:pt x="16" y="537"/>
                  </a:lnTo>
                  <a:lnTo>
                    <a:pt x="0" y="700"/>
                  </a:lnTo>
                  <a:lnTo>
                    <a:pt x="16" y="863"/>
                  </a:lnTo>
                  <a:lnTo>
                    <a:pt x="130" y="1123"/>
                  </a:lnTo>
                  <a:lnTo>
                    <a:pt x="342" y="1302"/>
                  </a:lnTo>
                  <a:lnTo>
                    <a:pt x="586" y="1383"/>
                  </a:lnTo>
                  <a:lnTo>
                    <a:pt x="863" y="1383"/>
                  </a:lnTo>
                  <a:lnTo>
                    <a:pt x="1107" y="1286"/>
                  </a:lnTo>
                  <a:lnTo>
                    <a:pt x="1318" y="1107"/>
                  </a:lnTo>
                  <a:lnTo>
                    <a:pt x="1432" y="846"/>
                  </a:lnTo>
                  <a:lnTo>
                    <a:pt x="1432" y="684"/>
                  </a:lnTo>
                  <a:lnTo>
                    <a:pt x="1416" y="521"/>
                  </a:lnTo>
                  <a:lnTo>
                    <a:pt x="1302" y="261"/>
                  </a:lnTo>
                  <a:lnTo>
                    <a:pt x="1090" y="82"/>
                  </a:lnTo>
                  <a:lnTo>
                    <a:pt x="846" y="0"/>
                  </a:lnTo>
                  <a:lnTo>
                    <a:pt x="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470;p6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471;p6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473;p6"/>
            <p:cNvSpPr/>
            <p:nvPr/>
          </p:nvSpPr>
          <p:spPr>
            <a:xfrm>
              <a:off x="6968071" y="3514661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474;p6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479;p6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486;p6"/>
            <p:cNvSpPr/>
            <p:nvPr/>
          </p:nvSpPr>
          <p:spPr>
            <a:xfrm>
              <a:off x="6344282" y="3667450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487;p6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488;p6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89;p6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90;p6"/>
            <p:cNvSpPr/>
            <p:nvPr/>
          </p:nvSpPr>
          <p:spPr>
            <a:xfrm>
              <a:off x="6229420" y="3524673"/>
              <a:ext cx="50475" cy="38275"/>
            </a:xfrm>
            <a:custGeom>
              <a:avLst/>
              <a:rect l="l" t="t" r="r" b="b"/>
              <a:pathLst>
                <a:path w="2019" h="1531">
                  <a:moveTo>
                    <a:pt x="1221" y="1"/>
                  </a:moveTo>
                  <a:lnTo>
                    <a:pt x="749" y="17"/>
                  </a:lnTo>
                  <a:lnTo>
                    <a:pt x="586" y="34"/>
                  </a:lnTo>
                  <a:lnTo>
                    <a:pt x="326" y="147"/>
                  </a:lnTo>
                  <a:lnTo>
                    <a:pt x="131" y="359"/>
                  </a:lnTo>
                  <a:lnTo>
                    <a:pt x="17" y="636"/>
                  </a:lnTo>
                  <a:lnTo>
                    <a:pt x="1" y="782"/>
                  </a:lnTo>
                  <a:lnTo>
                    <a:pt x="33" y="977"/>
                  </a:lnTo>
                  <a:lnTo>
                    <a:pt x="98" y="1172"/>
                  </a:lnTo>
                  <a:lnTo>
                    <a:pt x="228" y="1319"/>
                  </a:lnTo>
                  <a:lnTo>
                    <a:pt x="391" y="1433"/>
                  </a:lnTo>
                  <a:lnTo>
                    <a:pt x="570" y="1514"/>
                  </a:lnTo>
                  <a:lnTo>
                    <a:pt x="765" y="1530"/>
                  </a:lnTo>
                  <a:lnTo>
                    <a:pt x="1254" y="1530"/>
                  </a:lnTo>
                  <a:lnTo>
                    <a:pt x="1400" y="1514"/>
                  </a:lnTo>
                  <a:lnTo>
                    <a:pt x="1677" y="1384"/>
                  </a:lnTo>
                  <a:lnTo>
                    <a:pt x="1888" y="1172"/>
                  </a:lnTo>
                  <a:lnTo>
                    <a:pt x="2002" y="912"/>
                  </a:lnTo>
                  <a:lnTo>
                    <a:pt x="2018" y="749"/>
                  </a:lnTo>
                  <a:lnTo>
                    <a:pt x="1986" y="554"/>
                  </a:lnTo>
                  <a:lnTo>
                    <a:pt x="1904" y="359"/>
                  </a:lnTo>
                  <a:lnTo>
                    <a:pt x="1774" y="213"/>
                  </a:lnTo>
                  <a:lnTo>
                    <a:pt x="1612" y="99"/>
                  </a:lnTo>
                  <a:lnTo>
                    <a:pt x="1433" y="17"/>
                  </a:lnTo>
                  <a:lnTo>
                    <a:pt x="12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92;p6"/>
            <p:cNvSpPr/>
            <p:nvPr/>
          </p:nvSpPr>
          <p:spPr>
            <a:xfrm>
              <a:off x="6396250" y="3458300"/>
              <a:ext cx="43550" cy="41500"/>
            </a:xfrm>
            <a:custGeom>
              <a:avLst/>
              <a:rect l="l" t="t" r="r" b="b"/>
              <a:pathLst>
                <a:path w="1742" h="1660">
                  <a:moveTo>
                    <a:pt x="700" y="0"/>
                  </a:moveTo>
                  <a:lnTo>
                    <a:pt x="391" y="114"/>
                  </a:lnTo>
                  <a:lnTo>
                    <a:pt x="147" y="326"/>
                  </a:lnTo>
                  <a:lnTo>
                    <a:pt x="17" y="635"/>
                  </a:lnTo>
                  <a:lnTo>
                    <a:pt x="1" y="846"/>
                  </a:lnTo>
                  <a:lnTo>
                    <a:pt x="17" y="1041"/>
                  </a:lnTo>
                  <a:lnTo>
                    <a:pt x="163" y="1351"/>
                  </a:lnTo>
                  <a:lnTo>
                    <a:pt x="407" y="1562"/>
                  </a:lnTo>
                  <a:lnTo>
                    <a:pt x="716" y="1660"/>
                  </a:lnTo>
                  <a:lnTo>
                    <a:pt x="1042" y="1660"/>
                  </a:lnTo>
                  <a:lnTo>
                    <a:pt x="1351" y="1546"/>
                  </a:lnTo>
                  <a:lnTo>
                    <a:pt x="1595" y="1334"/>
                  </a:lnTo>
                  <a:lnTo>
                    <a:pt x="1725" y="1025"/>
                  </a:lnTo>
                  <a:lnTo>
                    <a:pt x="1742" y="814"/>
                  </a:lnTo>
                  <a:lnTo>
                    <a:pt x="1725" y="618"/>
                  </a:lnTo>
                  <a:lnTo>
                    <a:pt x="1579" y="309"/>
                  </a:lnTo>
                  <a:lnTo>
                    <a:pt x="1335" y="98"/>
                  </a:lnTo>
                  <a:lnTo>
                    <a:pt x="1026" y="0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4" name="Групиране 43"/>
          <p:cNvGrpSpPr/>
          <p:nvPr/>
        </p:nvGrpSpPr>
        <p:grpSpPr>
          <a:xfrm>
            <a:off x="214980" y="5814421"/>
            <a:ext cx="766329" cy="1043579"/>
            <a:chOff x="500730" y="5814421"/>
            <a:chExt cx="766329" cy="1043579"/>
          </a:xfrm>
          <a:solidFill>
            <a:schemeClr val="accent3">
              <a:lumMod val="10000"/>
            </a:schemeClr>
          </a:solidFill>
        </p:grpSpPr>
        <p:sp>
          <p:nvSpPr>
            <p:cNvPr id="45" name="Свободна форма: фигура 44"/>
            <p:cNvSpPr/>
            <p:nvPr/>
          </p:nvSpPr>
          <p:spPr>
            <a:xfrm rot="10800000">
              <a:off x="1063536" y="6380878"/>
              <a:ext cx="203523" cy="477122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6" name="Свободна форма: фигура 45"/>
            <p:cNvSpPr/>
            <p:nvPr/>
          </p:nvSpPr>
          <p:spPr>
            <a:xfrm rot="10800000">
              <a:off x="854820" y="5844720"/>
              <a:ext cx="125645" cy="1013280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7" name="Свободна форма: фигура 46"/>
            <p:cNvSpPr/>
            <p:nvPr/>
          </p:nvSpPr>
          <p:spPr>
            <a:xfrm rot="10800000">
              <a:off x="681409" y="6853847"/>
              <a:ext cx="17652" cy="4153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8" name="Свободна форма: фигура 47"/>
            <p:cNvSpPr/>
            <p:nvPr/>
          </p:nvSpPr>
          <p:spPr>
            <a:xfrm rot="10800000">
              <a:off x="598339" y="5875297"/>
              <a:ext cx="143101" cy="982703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9" name="Свободна форма: фигура 48"/>
            <p:cNvSpPr/>
            <p:nvPr/>
          </p:nvSpPr>
          <p:spPr>
            <a:xfrm rot="10800000">
              <a:off x="500730" y="5814421"/>
              <a:ext cx="11422" cy="104357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60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886712" y="2830209"/>
            <a:ext cx="10418577" cy="1009954"/>
          </a:xfrm>
        </p:spPr>
        <p:txBody>
          <a:bodyPr anchor="ctr">
            <a:normAutofit/>
          </a:bodyPr>
          <a:lstStyle>
            <a:lvl1pPr algn="ctr">
              <a:defRPr sz="5400" b="1" spc="-15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886712" y="4148138"/>
            <a:ext cx="10418577" cy="70731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2" name="Текстов контейнер 77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886711" y="2093333"/>
            <a:ext cx="10418577" cy="553885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1">
            <a:lum bright="0" contrast="0"/>
          </a:blip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3"/>
          <p:cNvSpPr/>
          <p:nvPr userDrawn="1"/>
        </p:nvSpPr>
        <p:spPr>
          <a:xfrm>
            <a:off x="0" y="-1"/>
            <a:ext cx="9104875" cy="5466945"/>
          </a:xfrm>
          <a:custGeom>
            <a:avLst/>
            <a:rect l="l" t="t" r="r" b="b"/>
            <a:pathLst>
              <a:path w="4314825" h="2590800">
                <a:moveTo>
                  <a:pt x="4317683" y="0"/>
                </a:moveTo>
                <a:lnTo>
                  <a:pt x="4299585" y="20003"/>
                </a:lnTo>
                <a:lnTo>
                  <a:pt x="4099560" y="230505"/>
                </a:lnTo>
                <a:lnTo>
                  <a:pt x="3837623" y="493395"/>
                </a:lnTo>
                <a:lnTo>
                  <a:pt x="3624263" y="700088"/>
                </a:lnTo>
                <a:lnTo>
                  <a:pt x="3383280" y="927735"/>
                </a:lnTo>
                <a:lnTo>
                  <a:pt x="3120390" y="1164908"/>
                </a:lnTo>
                <a:lnTo>
                  <a:pt x="2839403" y="1406843"/>
                </a:lnTo>
                <a:lnTo>
                  <a:pt x="2545080" y="1644015"/>
                </a:lnTo>
                <a:lnTo>
                  <a:pt x="2319338" y="1815465"/>
                </a:lnTo>
                <a:lnTo>
                  <a:pt x="2167890" y="1925955"/>
                </a:lnTo>
                <a:lnTo>
                  <a:pt x="2016443" y="2030730"/>
                </a:lnTo>
                <a:lnTo>
                  <a:pt x="1864043" y="2128838"/>
                </a:lnTo>
                <a:lnTo>
                  <a:pt x="1713548" y="2220278"/>
                </a:lnTo>
                <a:lnTo>
                  <a:pt x="1564005" y="2304098"/>
                </a:lnTo>
                <a:lnTo>
                  <a:pt x="1417320" y="2379345"/>
                </a:lnTo>
                <a:lnTo>
                  <a:pt x="1273493" y="2444115"/>
                </a:lnTo>
                <a:lnTo>
                  <a:pt x="1131570" y="2499360"/>
                </a:lnTo>
                <a:lnTo>
                  <a:pt x="995363" y="2542223"/>
                </a:lnTo>
                <a:lnTo>
                  <a:pt x="862965" y="2572703"/>
                </a:lnTo>
                <a:lnTo>
                  <a:pt x="736283" y="2588895"/>
                </a:lnTo>
                <a:lnTo>
                  <a:pt x="675323" y="2591753"/>
                </a:lnTo>
                <a:lnTo>
                  <a:pt x="637223" y="2591753"/>
                </a:lnTo>
                <a:lnTo>
                  <a:pt x="562928" y="2585085"/>
                </a:lnTo>
                <a:lnTo>
                  <a:pt x="491490" y="2570798"/>
                </a:lnTo>
                <a:lnTo>
                  <a:pt x="423863" y="2549843"/>
                </a:lnTo>
                <a:lnTo>
                  <a:pt x="359093" y="2524125"/>
                </a:lnTo>
                <a:lnTo>
                  <a:pt x="298133" y="2493645"/>
                </a:lnTo>
                <a:lnTo>
                  <a:pt x="213360" y="2444115"/>
                </a:lnTo>
                <a:lnTo>
                  <a:pt x="118110" y="2374583"/>
                </a:lnTo>
                <a:lnTo>
                  <a:pt x="41910" y="2307908"/>
                </a:lnTo>
                <a:lnTo>
                  <a:pt x="0" y="2264093"/>
                </a:lnTo>
                <a:lnTo>
                  <a:pt x="0" y="0"/>
                </a:lnTo>
                <a:lnTo>
                  <a:pt x="4317683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grpSp>
        <p:nvGrpSpPr>
          <p:cNvPr id="8" name="Google Shape;296;p4"/>
          <p:cNvGrpSpPr/>
          <p:nvPr/>
        </p:nvGrpSpPr>
        <p:grpSpPr>
          <a:xfrm rot="20628931">
            <a:off x="107464" y="3491368"/>
            <a:ext cx="2669486" cy="1869258"/>
            <a:chOff x="6258350" y="861450"/>
            <a:chExt cx="823750" cy="576783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770019" y="1421133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7738" y="326603"/>
            <a:ext cx="600626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1542932"/>
            <a:ext cx="5135623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7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205601"/>
            <a:ext cx="4408277" cy="16377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8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" name="Групиране 24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6" name="Свободна форма: фигура 25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30" name="Свободна форма: фигура 29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31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10953622" cy="1009954"/>
          </a:xfrm>
        </p:spPr>
        <p:txBody>
          <a:bodyPr anchor="ctr">
            <a:normAutofit/>
          </a:bodyPr>
          <a:lstStyle>
            <a:lvl1pPr algn="ctr">
              <a:defRPr sz="40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2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10953622" cy="456293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33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Текстов контейнер 3"/>
          <p:cNvSpPr>
            <a:spLocks noGrp="1" noEditPoints="1"/>
          </p:cNvSpPr>
          <p:nvPr>
            <p:ph type="body" sz="quarter" idx="14" hasCustomPrompt="1"/>
          </p:nvPr>
        </p:nvSpPr>
        <p:spPr>
          <a:xfrm>
            <a:off x="62054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7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8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" name="Групиране 23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5" name="Свободна форма: фигура 24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6" name="Свободна форма: фигура 25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5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534022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5340222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8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Контейнер за картина 2"/>
          <p:cNvSpPr>
            <a:spLocks noGrp="1" noEditPoints="1"/>
          </p:cNvSpPr>
          <p:nvPr>
            <p:ph type="pic" sz="quarter" idx="14" hasCustomPrompt="1"/>
          </p:nvPr>
        </p:nvSpPr>
        <p:spPr>
          <a:xfrm>
            <a:off x="6259642" y="1101725"/>
            <a:ext cx="5340222" cy="4491038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Контейнер за дата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A0A4B-84D1-487F-BAEF-7302E632E50E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4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840897" y="2380712"/>
            <a:ext cx="10510207" cy="895558"/>
          </a:xfrm>
        </p:spPr>
        <p:txBody>
          <a:bodyPr>
            <a:normAutofit/>
          </a:bodyPr>
          <a:lstStyle/>
          <a:p>
            <a:r>
              <a:rPr lang="en-US" sz="4000" spc="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Skill 5: Performing Ransomware Response</a:t>
            </a:r>
            <a:endParaRPr lang="bg-BG" sz="40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The purpose of the skill</a:t>
            </a:r>
            <a:endParaRPr lang="bg-BG" sz="36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sz="quarter" idx="10"/>
          </p:nvPr>
        </p:nvSpPr>
        <p:spPr>
          <a:xfrm>
            <a:off x="736600" y="3352801"/>
            <a:ext cx="6071674" cy="229413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Implementing a systematic ransomware incident response from initial detection through containment, forensic analysis, decryption assessment, recovery, and post-incident improvements.</a:t>
            </a:r>
            <a:endParaRPr lang="bg-BG" sz="2800" dirty="0">
              <a:latin typeface="Arabic Typesetting" pitchFamily="66" charset="0"/>
              <a:ea typeface="Arabic Typesetting" pitchFamily="66" charset="0"/>
              <a:cs typeface="Arabic Typesetting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886711" y="3152057"/>
            <a:ext cx="10418577" cy="553885"/>
          </a:xfrm>
        </p:spPr>
        <p:txBody>
          <a:bodyPr>
            <a:normAutofit fontScale="92500" lnSpcReduction="10000"/>
          </a:bodyPr>
          <a:lstStyle/>
          <a:p>
            <a:r>
              <a:rPr lang="bg-BG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Part One: (Manual)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1524000" y="343492"/>
            <a:ext cx="9144000" cy="178539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1: Create the project folder</a:t>
            </a:r>
          </a:p>
          <a:p>
            <a:endParaRPr lang="bg-BG" sz="40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lang="bg-BG" sz="36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basic project structure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017231" y="2605050"/>
            <a:ext cx="8157537" cy="18726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15037" y="160625"/>
            <a:ext cx="9961927" cy="1039369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2: Create a ransomware response plan</a:t>
            </a: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structured ransomware incident response plan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58203" y="1199994"/>
            <a:ext cx="8275594" cy="5434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335248" y="79731"/>
            <a:ext cx="9144000" cy="1623603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3: Create a containment checklist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containment checklist with 6 priorities was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98887" y="1669982"/>
            <a:ext cx="8594225" cy="51880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1039370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4: Create a recovery checklist</a:t>
            </a: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recovery checklist with 6 stages was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181918" y="1039370"/>
            <a:ext cx="7828165" cy="55634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443105" y="-109021"/>
            <a:ext cx="9144000" cy="1605626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5: Create Improvement Checklist</a:t>
            </a:r>
            <a:br>
              <a:rPr lang="en-US"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</a:br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checklist for post-incident improvements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38255" y="1390852"/>
            <a:ext cx="7353701" cy="54671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371202" y="287622"/>
            <a:ext cx="9449599" cy="1587650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6: View Project Structure (Manual)</a:t>
            </a:r>
            <a:endParaRPr lang="en-US"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endParaRPr lang="en-US"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project structure has been viewed after manual application.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783359" y="2486610"/>
            <a:ext cx="6625284" cy="18847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886711" y="3152057"/>
            <a:ext cx="10418577" cy="553885"/>
          </a:xfrm>
        </p:spPr>
        <p:txBody>
          <a:bodyPr>
            <a:normAutofit fontScale="92500" lnSpcReduction="10000"/>
          </a:bodyPr>
          <a:lstStyle/>
          <a:p>
            <a:r>
              <a:rPr lang="bg-BG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Part </a:t>
            </a:r>
            <a:r>
              <a:rPr lang="en-US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Two</a:t>
            </a:r>
            <a:r>
              <a:rPr lang="bg-BG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: (AI Agent)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056614" y="3908706"/>
            <a:ext cx="10078773" cy="2387600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7: Creating the AI ​​Agent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pPr algn="l"/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The AI ​​Agent has been created and performs the following:</a:t>
            </a:r>
            <a:endParaRPr lang="en-US"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pPr algn="l"/>
            <a:endParaRPr lang="en-US"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Ransomware detection and confirmation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Immediate containment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Impact and damage assessment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Recovery decision matrix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Recovery implementation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Post-incident improvements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Generation of a comprehensive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91736" y="190099"/>
            <a:ext cx="9008527" cy="64778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41664" y="257476"/>
            <a:ext cx="9108672" cy="63430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24643" y="267101"/>
            <a:ext cx="9142713" cy="63237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81937" y="267100"/>
            <a:ext cx="8828126" cy="63237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19980" y="199724"/>
            <a:ext cx="8552040" cy="64585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78891" y="714607"/>
            <a:ext cx="9034218" cy="542878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150989" y="0"/>
            <a:ext cx="9890021" cy="1758426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8: Create a Sample Ransom Note File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sample file for the </a:t>
            </a:r>
            <a:r>
              <a:rPr lang="en-US"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"</a:t>
            </a: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LockBit</a:t>
            </a:r>
            <a:r>
              <a:rPr lang="en-US"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"</a:t>
            </a: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 ransom note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187900" y="2693229"/>
            <a:ext cx="7816199" cy="27367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1605626"/>
          </a:xfrm>
        </p:spPr>
        <p:txBody>
          <a:bodyPr/>
          <a:lstStyle/>
          <a:p>
            <a:r>
              <a:rPr sz="32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9: Create an encrypted sample file</a:t>
            </a:r>
            <a:endParaRPr lang="en-US" sz="32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endParaRPr lang="en-US" sz="32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An encrypted sample file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24000" y="3032384"/>
            <a:ext cx="9144000" cy="9562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2245889"/>
            <a:ext cx="9144000" cy="1731461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10: Grant execution permissions and run the AI ​​Agent</a:t>
            </a:r>
            <a:endParaRPr lang="en-US"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endParaRPr lang="en-US"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AI ​​Agent has been run with Case ID: INC-2025-1892.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37638" y="310415"/>
            <a:ext cx="8516724" cy="62371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63154" y="300790"/>
            <a:ext cx="8265692" cy="625642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065742" y="291165"/>
            <a:ext cx="8060514" cy="627567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27734" y="440356"/>
            <a:ext cx="8336532" cy="59772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11: Display the generated report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complete report generated by the AI ​​Agent was displayed.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130391" y="348916"/>
            <a:ext cx="7931217" cy="616016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6096000" cy="52965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96000" y="2598821"/>
            <a:ext cx="6096000" cy="425917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267836" y="565094"/>
            <a:ext cx="9656328" cy="1812355"/>
          </a:xfrm>
        </p:spPr>
        <p:txBody>
          <a:bodyPr/>
          <a:lstStyle/>
          <a:p>
            <a:r>
              <a:rPr sz="32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12: Displaying the final project structure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final project structure has been displayed.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72930" y="2743903"/>
            <a:ext cx="7246141" cy="27813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ingerbread">
  <a:themeElements>
    <a:clrScheme name="Gingerbread Color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D05002"/>
      </a:accent1>
      <a:accent2>
        <a:srgbClr val="FDB86D"/>
      </a:accent2>
      <a:accent3>
        <a:srgbClr val="F7D5D5"/>
      </a:accent3>
      <a:accent4>
        <a:srgbClr val="EEAEAE"/>
      </a:accent4>
      <a:accent5>
        <a:srgbClr val="E6AD72"/>
      </a:accent5>
      <a:accent6>
        <a:srgbClr val="70AD47"/>
      </a:accent6>
      <a:hlink>
        <a:srgbClr val="0563C1"/>
      </a:hlink>
      <a:folHlink>
        <a:srgbClr val="954F72"/>
      </a:folHlink>
    </a:clrScheme>
    <a:fontScheme name="По избор 9">
      <a:majorFont>
        <a:latin typeface="Gill Sans MT"/>
        <a:ea typeface=""/>
        <a:cs typeface=""/>
      </a:majorFont>
      <a:minorFont>
        <a:latin typeface="Arial"/>
        <a:ea typeface=""/>
        <a:cs typeface="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221</Words>
  <Application>Microsoft Macintosh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Gingerbread</vt:lpstr>
      <vt:lpstr>Presentation Title</vt:lpstr>
      <vt:lpstr>Content</vt:lpstr>
      <vt:lpstr>Slide Title</vt:lpstr>
      <vt:lpstr>Slide Title</vt:lpstr>
      <vt:lpstr>Slide Title</vt:lpstr>
      <vt:lpstr>Slide Title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Student</dc:creator>
  <cp:lastModifiedBy>Student</cp:lastModifiedBy>
  <cp:revision>4</cp:revision>
  <dcterms:created xsi:type="dcterms:W3CDTF">2020-11-27T08:27:32Z</dcterms:created>
  <dcterms:modified xsi:type="dcterms:W3CDTF">2026-07-27T13:11:09Z</dcterms:modified>
</cp:coreProperties>
</file>