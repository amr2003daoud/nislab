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64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F494E94-25DC-444B-8258-A14ABDB7E8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574B7E5-52DE-4789-AE60-D05CB4CE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81F30C2-282A-4559-BDF6-307F0A6B5A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528237B-3DE1-4CBB-A879-A58ACD2F7E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3BA7A4F-A723-4A0B-AAB6-A07768F38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4BFFD6D-0C41-4ACC-AAAD-B2F9F7AAB6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D172952-E0BD-4A1F-8A02-3A69372122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AD31D90-8E10-43E8-B786-33109A4018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A96E1F-A2F3-49CC-B107-22916F2517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97BE510-4610-4065-B465-34E6C417A4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40829EE-FAFE-407D-A9D2-2EB1924E74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E6E599D-DAA1-4E8D-8306-86D487B5FF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7B3403-ED88-4F6E-AE9D-63BBD10276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96ADC7F-FFCD-454C-BD2A-B5314337FC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1E12806-8004-4C7A-930C-69F3F781BC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7000626-9C3C-4EC0-A204-1B84B79CFB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046D0E3-87ED-44DC-81EB-396D683DFA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8614A1C-EF46-42E4-A0F5-14D385FDFE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94876" y="1535820"/>
            <a:ext cx="12002249" cy="868594"/>
          </a:xfrm>
        </p:spPr>
        <p:txBody>
          <a:bodyPr>
            <a:normAutofit/>
          </a:bodyPr>
          <a:lstStyle/>
          <a:p>
            <a:r>
              <a:rPr lang="en-US" sz="36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Skill 3: Ransomware Honeypot Deployment Template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727611" y="1121782"/>
            <a:ext cx="6071675" cy="7397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The Skill's Objective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27611" y="1752327"/>
            <a:ext cx="7737735" cy="31224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bg-BG" sz="2400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>
              <a:lnSpc>
                <a:spcPct val="100000"/>
              </a:lnSpc>
            </a:pPr>
            <a:r>
              <a:rPr lang="bg-BG" sz="2800" b="1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To deploy a honeypot system to detect ransomware attacks early by:</a:t>
            </a:r>
            <a:endParaRPr lang="en-US" sz="2800" b="1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Creating canary files to attract attackers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Monitoring access to these files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Immediately triggering an alert upon detecting any access attempt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Integration with security systems (SIEM, NAC, EDR)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Manual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106049" y="496292"/>
            <a:ext cx="9979903" cy="17134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36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for the Honeypot system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12564" y="2507308"/>
            <a:ext cx="9566873" cy="2688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28519" y="1481891"/>
            <a:ext cx="9934962" cy="238760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Creating the Deployment Template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pPr algn="l"/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Honeypot deployment template was created and contains</a:t>
            </a:r>
            <a:r>
              <a:rPr lang="en-US"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:</a:t>
            </a:r>
            <a:endParaRPr sz="36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Deployment Plan (4 posts)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Bait File List (5 files)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Alarm Integration (SIEM, NAC, EDR)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Verification Test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18926" y="132347"/>
            <a:ext cx="8129442" cy="6593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881343" y="933611"/>
            <a:ext cx="10429313" cy="1704496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Creating Bait Files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Four bait files (canary files) were created, each containing a clear warning.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49478" y="2893170"/>
            <a:ext cx="9493043" cy="1566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457236"/>
            <a:ext cx="9144000" cy="169550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View Bait Files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list of created bait files is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51110" y="2632582"/>
            <a:ext cx="9289781" cy="21449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27464" y="933610"/>
            <a:ext cx="12137072" cy="147080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View the bait file contents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contents of one of the bait files were viewed to verify that it was created correctly.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80014" y="2644824"/>
            <a:ext cx="10231972" cy="18379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56426" y="493188"/>
            <a:ext cx="12079148" cy="1623603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Create an alarm configuration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alarm configuration file has been created that defines alarm priorities and actions to be taken.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87393" y="2116791"/>
            <a:ext cx="8817214" cy="45458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890331" y="556106"/>
            <a:ext cx="10411337" cy="1551697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Run the monitoring script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monitoring script was run in the background to monitor the bait files.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5412" y="2956939"/>
            <a:ext cx="9141174" cy="9441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517321" y="322414"/>
            <a:ext cx="11157358" cy="161461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Simulate Access to a Bait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unauthorized access to a bait file (Canary File) was simulated to test the alarm system.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64492" y="2757994"/>
            <a:ext cx="8663015" cy="13420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881344" y="214555"/>
            <a:ext cx="10429313" cy="169550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View Monitoring Log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log of access to the bait files was viewed to confirm that alarms were recorded.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2801" y="1910063"/>
            <a:ext cx="5977288" cy="48061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65133" y="1910063"/>
            <a:ext cx="4937760" cy="48061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Two: (AI Agent)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84757" y="867634"/>
            <a:ext cx="10393360" cy="238760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10: Creating and Running the AI ​​Agent</a:t>
            </a:r>
            <a:endParaRPr sz="2400"/>
          </a:p>
          <a:p>
            <a:pPr algn="l"/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created and will: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Automatically generate canary files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Monitor file access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Simulate unauthorized access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Generate a full JSON report</a:t>
            </a:r>
            <a:endParaRPr sz="24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44343" y="2061434"/>
            <a:ext cx="7031110" cy="3655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3999" y="502176"/>
            <a:ext cx="9144000" cy="1156217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11: Display the generated report</a:t>
            </a:r>
            <a:endParaRPr lang="ar-EG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ar-EG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complete report generated by the AI ​​Agent was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45380" y="1751394"/>
            <a:ext cx="8701237" cy="51066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2652" y="426201"/>
            <a:ext cx="4360244" cy="5861785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rcRect l="0" t="6791" r="0" b="0"/>
          <a:stretch/>
        </p:blipFill>
        <p:spPr>
          <a:xfrm>
            <a:off x="6636118" y="426201"/>
            <a:ext cx="4456497" cy="58617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90306" y="879681"/>
            <a:ext cx="9611387" cy="823653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12: View the final project structure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50023" y="2293357"/>
            <a:ext cx="6891953" cy="36195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2026-07-26T18:26:30Z</dcterms:modified>
</cp:coreProperties>
</file>