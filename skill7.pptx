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tableStyles" Target="tableStyle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8EA799E-F29C-4790-B764-CC10A4B46D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04B855-121B-45E9-B0B7-5E4F969024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30058CA-E7AC-49BD-B46B-417F65D6C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485820A-8F86-495C-BE50-C999A124AF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4C25B3C-E567-45FE-ADEE-C5763E0059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EC90923-13BD-4E0C-8322-166470A476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717DBCC-2468-43A9-906E-3DC6239515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76B4EF6-BF1A-4F62-8C20-78F2A64ED1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3D4F766-8D52-4C68-BE7D-5B5D3C710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1C2194D-F877-4465-8EC9-188027B75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DE69C1B-4B7F-4E57-8BF3-A3BEBBFDC5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6779019-9C04-42BB-846D-E62964A093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2F087F2-A4FA-447C-8C01-163E46AB2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B186985-F9EE-41A0-BA49-D11526264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94E0B8E-7B20-493C-93D1-90BF8B1D4C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202568-A67A-4285-8BF0-6E6E831F6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202568-A67A-4285-8BF0-6E6E831F64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7EEB017-6B0C-4628-AB85-39C2386EA5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2E4A9E7-9854-4CE8-A9EF-870E14CC8E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8009583-A438-49C3-8028-F4F74A3AC5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EDC53D5-9BD7-4353-A289-0E7F5C01D9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6344D62-B77A-41A0-BDAB-B0F61B8872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8CE0864-A8BB-420D-A957-DD215DB1F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975720" y="2380711"/>
            <a:ext cx="10240561" cy="886570"/>
          </a:xfrm>
        </p:spPr>
        <p:txBody>
          <a:bodyPr>
            <a:normAutofit/>
          </a:bodyPr>
          <a:lstStyle/>
          <a:p>
            <a:r>
              <a:rPr lang="en-US" sz="36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 Skill 7: Ransomware Backup Strategy Audit</a:t>
            </a:r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736599" y="1804886"/>
            <a:ext cx="6071675" cy="739775"/>
          </a:xfrm>
        </p:spPr>
        <p:txBody>
          <a:bodyPr/>
          <a:lstStyle/>
          <a:p>
            <a:r>
              <a:rPr lang="en-US" dirty="0"/>
              <a:t>Content</a:t>
            </a:r>
            <a:endParaRPr lang="bg-BG" dirty="0"/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36599" y="2750591"/>
            <a:ext cx="7387196" cy="22941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Ransomware Backup Strategy Audit:</a:t>
            </a:r>
          </a:p>
          <a:p>
            <a:pPr>
              <a:lnSpc>
                <a:spcPct val="100000"/>
              </a:lnSpc>
            </a:pPr>
            <a:endParaRPr lang="bg-BG" sz="1800" dirty="0"/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S3 Bucket Versioning Audit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Object Lock Verification (Non-Modifiable Backups)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Cross-Region Replication Verification</a:t>
            </a:r>
            <a:endParaRPr lang="en-US" sz="2400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AWS Backup Plans Audit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3-2-1 Backup Rule Verification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Backup Freshness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One: (Manual)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91122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en-US" sz="40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bg-BG" sz="40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9988" y="2847378"/>
            <a:ext cx="7612025" cy="1825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76825" y="0"/>
            <a:ext cx="9638351" cy="1920213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Create the requirements file</a:t>
            </a:r>
            <a:endParaRPr lang="en-US"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requirements file for installing boot3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01333" y="2998128"/>
            <a:ext cx="8989335" cy="1284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857296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Create the S3 checklist</a:t>
            </a:r>
            <a:endParaRPr lang="en-US"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S3 Backup checklist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25342" y="1857296"/>
            <a:ext cx="7741317" cy="4555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092566" y="0"/>
            <a:ext cx="10006868" cy="1695508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Create a Backup Plans Checklist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AWS Backup Plans checklist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13586" y="1893248"/>
            <a:ext cx="8164828" cy="4472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09413" y="0"/>
            <a:ext cx="9773174" cy="1812355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Project Structure Display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project structure was displayed after manual application.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73657" y="2805975"/>
            <a:ext cx="7244687" cy="1965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</a:t>
            </a:r>
            <a:r>
              <a:rPr lang="en-US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Two</a:t>
            </a:r>
            <a:r>
              <a:rPr lang="bg-BG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: (</a:t>
            </a:r>
            <a:r>
              <a:rPr lang="en-US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AI Agent</a:t>
            </a:r>
            <a:r>
              <a:rPr lang="bg-BG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502176"/>
            <a:ext cx="9144000" cy="5155967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Creating the AI ​​Agent</a:t>
            </a:r>
          </a:p>
          <a:p>
            <a:endParaRPr sz="360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algn="l"/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been created and performs the following: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S3 Versioning Check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Object Lock Check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Cross-Region Replication Check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Backup Plans Check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3-2-1 Backup Rule Check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Verify Backup Freshness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Generate a Comprehensive Check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11654" y="209349"/>
            <a:ext cx="6968691" cy="64393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76387" y="286351"/>
            <a:ext cx="8239226" cy="62852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38400" y="339290"/>
            <a:ext cx="7315200" cy="61794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83330" y="209349"/>
            <a:ext cx="7825339" cy="64393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33035" y="214162"/>
            <a:ext cx="6525929" cy="64296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59818" y="344103"/>
            <a:ext cx="8672363" cy="61697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35755" y="324852"/>
            <a:ext cx="8720489" cy="62082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0912"/>
            <a:ext cx="6556966" cy="51404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56966" y="2316163"/>
            <a:ext cx="5635034" cy="45418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848308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Run the AI ​​Agent</a:t>
            </a:r>
            <a:endParaRPr lang="en-US"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400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was run to audit the backup strategy.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2254973"/>
            <a:ext cx="6397783" cy="46030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97782" y="2254973"/>
            <a:ext cx="579421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767414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View the audit report</a:t>
            </a:r>
            <a:endParaRPr lang="en-US"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full audit report has been viewed.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66762" y="1689234"/>
            <a:ext cx="8258476" cy="5168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1"/>
            <a:ext cx="5516059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05691" y="-1"/>
            <a:ext cx="61863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77158" y="209349"/>
            <a:ext cx="8945541" cy="66486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95956" y="0"/>
            <a:ext cx="10600089" cy="1812355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Displaying the final project structure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final project structure has been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508354" y="2454231"/>
            <a:ext cx="7175295" cy="24349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2026-07-28T14:55:06Z</dcterms:modified>
</cp:coreProperties>
</file>