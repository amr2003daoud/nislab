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tableStyles" Target="tableStyle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C34F7FB-FB5E-409C-B507-1EE25A26BC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46BAA1E-2867-47B2-9872-ABA4E4DF102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302ABEA-8673-4A1C-9E03-C8425F13C8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CD24832-778E-4A69-A6FC-380E05F793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02F9E9D-0175-4D74-8B18-EC30427679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CB7BA2F-8BCB-4908-9828-17B86F90F6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AA3559F-2000-4D28-97D6-E79C296D3B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6225E0B-72EE-46B5-8504-74DCACDDDBB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5DE2AD8-566D-47A5-AE4F-BE215A655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065F0F7-BA30-4AEF-8DB8-D8F8032DA3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D6FA984-3DFE-4AF8-86C2-AC25CAE5341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1FD9579-A7D4-44CD-906F-25A05DD5C2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6238151-6C9B-41F1-B3E2-E0E6996BD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6238151-6C9B-41F1-B3E2-E0E6996BDE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36C9713-F277-4C65-92A5-C332FFA79DF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7D2F3F3-4FD0-4F9D-A590-231686F1C2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7B4DE64-ADD1-4DE9-A991-732D673688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BA20672-D65D-4F99-AE09-85804ABD78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ABBC129-1217-43CB-98D4-F71E1829367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D5E341A-443B-4937-BC36-79A391FE8CC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5CABBBC-F1A8-4021-AA89-8FA99554190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CB238AB-D7CA-4436-B772-308681E026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890332" y="2093089"/>
            <a:ext cx="10411337" cy="1407886"/>
          </a:xfrm>
        </p:spPr>
        <p:txBody>
          <a:bodyPr>
            <a:normAutofit/>
          </a:bodyPr>
          <a:lstStyle/>
          <a:p>
            <a:r>
              <a:rPr lang="en-US" sz="3600" spc="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 Skill 6: Ransomware Recovery Orchestration and Tracking Tool</a:t>
            </a:r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Objective</a:t>
            </a:r>
            <a:endParaRPr lang="en-US" sz="18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>
          <a:xfrm>
            <a:off x="736600" y="3352801"/>
            <a:ext cx="9404092" cy="22941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endParaRPr lang="bg-BG" sz="2400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To develop a tool for coordinating and tracking the system recovery process after a ransomware attack by: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Tracking recovery phases with dependency management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Monitoring compliance with RTO (Recovery Time Objective) standards</a:t>
            </a:r>
          </a:p>
          <a:p>
            <a:pPr marL="342900" indent="-34290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Implementing system validation checklists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272250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One: (Manual)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280575"/>
            <a:ext cx="9144000" cy="187527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1: Create the project folder</a:t>
            </a:r>
          </a:p>
          <a:p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bg-BG" sz="36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basic project structure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24000" y="2490113"/>
            <a:ext cx="9144000" cy="2192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232531"/>
            <a:ext cx="9144000" cy="1533720"/>
          </a:xfrm>
        </p:spPr>
        <p:txBody>
          <a:bodyPr/>
          <a:lstStyle/>
          <a:p>
            <a:r>
              <a:rPr sz="32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2: Create the DC recovery checklist</a:t>
            </a:r>
          </a:p>
          <a:p>
            <a:endParaRPr sz="32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2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checklist has been created to restore the Domain Controller.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44576" y="1976853"/>
            <a:ext cx="8502848" cy="43424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97085" y="0"/>
            <a:ext cx="10797830" cy="2450518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3: Create a Database Recovery Checklist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database recovery checklist has been created.</a:t>
            </a:r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22343" y="2214652"/>
            <a:ext cx="9547313" cy="42173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386992" y="0"/>
            <a:ext cx="11418016" cy="1893249"/>
          </a:xfrm>
        </p:spPr>
        <p:txBody>
          <a:bodyPr/>
          <a:lstStyle/>
          <a:p>
            <a:r>
              <a:rPr sz="32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4: Create an Application Recovery Checklist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application recovery checklist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00946" y="1893249"/>
            <a:ext cx="9790108" cy="44490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812355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5: Project Structure Display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project structure was displayed after manual application.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71450" y="2684953"/>
            <a:ext cx="8249099" cy="19824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1" y="2722507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</a:t>
            </a:r>
            <a:r>
              <a:rPr lang="en-US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Two</a:t>
            </a:r>
            <a:r>
              <a:rPr lang="bg-BG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: (AI Agent)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470071" y="365653"/>
            <a:ext cx="10303478" cy="6126693"/>
          </a:xfrm>
        </p:spPr>
        <p:txBody>
          <a:bodyPr/>
          <a:lstStyle/>
          <a:p>
            <a:pPr algn="l"/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6: Creating the AI ​​Agent</a:t>
            </a:r>
          </a:p>
          <a:p>
            <a:pPr algn="l"/>
            <a:endParaRPr sz="360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algn="l"/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has been created and will perform the following tasks: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Manage recoverable systems with dependencies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Track recovery stages (pending, restoring, validating, online, failed)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Monitor compliance with RTO standards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Verify system validity after recovery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Calculate progress percentage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Identify systems ready for recovery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Generate a comprehensive report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Export the recovery plan as a JSON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55372" y="113393"/>
            <a:ext cx="8481257" cy="66312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32085" y="104339"/>
            <a:ext cx="9727829" cy="66493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400117" y="209316"/>
            <a:ext cx="9391766" cy="64393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18781" y="155444"/>
            <a:ext cx="8354438" cy="654711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09104" y="143176"/>
            <a:ext cx="9173791" cy="65716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5992869" cy="62467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992869" y="2590298"/>
            <a:ext cx="6199130" cy="426770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200424" y="0"/>
            <a:ext cx="9791151" cy="1866284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7: Run the AI ​​Agent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was run with a simulated system recovery of 9 systems.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0" t="0" r="0" b="11672"/>
          <a:stretch/>
        </p:blipFill>
        <p:spPr>
          <a:xfrm>
            <a:off x="0" y="1961000"/>
            <a:ext cx="7023754" cy="48970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78855" y="2940809"/>
            <a:ext cx="5313145" cy="39171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016167" y="0"/>
            <a:ext cx="10159667" cy="1731461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8: Display the exported recovery plan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exported recovery plan was displayed in JSON format.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45381" y="281539"/>
            <a:ext cx="8701237" cy="62949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5192823" cy="6858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915919" y="0"/>
            <a:ext cx="42760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055164" y="516494"/>
            <a:ext cx="6081671" cy="58250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29674" y="0"/>
            <a:ext cx="10932653" cy="1767414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9: Displaying the final project structure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final project structure has been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410832" y="2577164"/>
            <a:ext cx="7370336" cy="21351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2026-07-28T13:46:53Z</dcterms:modified>
</cp:coreProperties>
</file>